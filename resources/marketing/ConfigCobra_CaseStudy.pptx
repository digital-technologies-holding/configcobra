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4"/>
  </p:sldMasterIdLst>
  <p:notesMasterIdLst>
    <p:notesMasterId r:id="rId7"/>
  </p:notesMasterIdLst>
  <p:sldIdLst>
    <p:sldId id="582" r:id="rId5"/>
    <p:sldId id="572" r:id="rId6"/>
  </p:sldIdLst>
  <p:sldSz cx="10058400" cy="130143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id="{D5639495-FE7E-E64D-97DB-A49859B699B2}">
          <p14:sldIdLst>
            <p14:sldId id="582"/>
            <p14:sldId id="572"/>
          </p14:sldIdLst>
        </p14:section>
      </p14:sectionLst>
    </p:ext>
    <p:ext uri="{EFAFB233-063F-42B5-8137-9DF3F51BA10A}">
      <p15:sldGuideLst xmlns:p15="http://schemas.microsoft.com/office/powerpoint/2012/main">
        <p15:guide id="1" orient="horz" pos="695" userDrawn="1">
          <p15:clr>
            <a:srgbClr val="A4A3A4"/>
          </p15:clr>
        </p15:guide>
        <p15:guide id="3" orient="horz" pos="7885" userDrawn="1">
          <p15:clr>
            <a:srgbClr val="A4A3A4"/>
          </p15:clr>
        </p15:guide>
        <p15:guide id="4" pos="6045" userDrawn="1">
          <p15:clr>
            <a:srgbClr val="A4A3A4"/>
          </p15:clr>
        </p15:guide>
        <p15:guide id="5" pos="310" userDrawn="1">
          <p15:clr>
            <a:srgbClr val="A4A3A4"/>
          </p15:clr>
        </p15:guide>
        <p15:guide id="6" orient="horz" pos="285" userDrawn="1">
          <p15:clr>
            <a:srgbClr val="A4A3A4"/>
          </p15:clr>
        </p15:guide>
        <p15:guide id="7" pos="1994" userDrawn="1">
          <p15:clr>
            <a:srgbClr val="A4A3A4"/>
          </p15:clr>
        </p15:guide>
        <p15:guide id="8" pos="5985" userDrawn="1">
          <p15:clr>
            <a:srgbClr val="A4A3A4"/>
          </p15:clr>
        </p15:guide>
        <p15:guide id="9" orient="horz" pos="5244" userDrawn="1">
          <p15:clr>
            <a:srgbClr val="A4A3A4"/>
          </p15:clr>
        </p15:guide>
        <p15:guide id="10" pos="3668" userDrawn="1">
          <p15:clr>
            <a:srgbClr val="A4A3A4"/>
          </p15:clr>
        </p15:guide>
        <p15:guide id="11" pos="469" userDrawn="1">
          <p15:clr>
            <a:srgbClr val="A4A3A4"/>
          </p15:clr>
        </p15:guide>
        <p15:guide id="12" pos="5869" userDrawn="1">
          <p15:clr>
            <a:srgbClr val="A4A3A4"/>
          </p15:clr>
        </p15:guide>
        <p15:guide id="13" pos="4166" userDrawn="1">
          <p15:clr>
            <a:srgbClr val="A4A3A4"/>
          </p15:clr>
        </p15:guide>
        <p15:guide id="14" orient="horz" pos="7356" userDrawn="1">
          <p15:clr>
            <a:srgbClr val="A4A3A4"/>
          </p15:clr>
        </p15:guide>
        <p15:guide id="15" orient="horz" pos="1047" userDrawn="1">
          <p15:clr>
            <a:srgbClr val="A4A3A4"/>
          </p15:clr>
        </p15:guide>
        <p15:guide id="16" orient="horz" pos="1868" userDrawn="1">
          <p15:clr>
            <a:srgbClr val="A4A3A4"/>
          </p15:clr>
        </p15:guide>
        <p15:guide id="17" orient="horz" pos="2456" userDrawn="1">
          <p15:clr>
            <a:srgbClr val="A4A3A4"/>
          </p15:clr>
        </p15:guide>
        <p15:guide id="18" orient="horz" pos="3571" userDrawn="1">
          <p15:clr>
            <a:srgbClr val="A4A3A4"/>
          </p15:clr>
        </p15:guide>
        <p15:guide id="19" orient="horz" pos="6326" userDrawn="1">
          <p15:clr>
            <a:srgbClr val="A4A3A4"/>
          </p15:clr>
        </p15:guide>
        <p15:guide id="20" pos="1818" userDrawn="1">
          <p15:clr>
            <a:srgbClr val="A4A3A4"/>
          </p15:clr>
        </p15:guide>
        <p15:guide id="21" pos="3844" userDrawn="1">
          <p15:clr>
            <a:srgbClr val="A4A3A4"/>
          </p15:clr>
        </p15:guide>
        <p15:guide id="22" pos="2170" userDrawn="1">
          <p15:clr>
            <a:srgbClr val="A4A3A4"/>
          </p15:clr>
        </p15:guide>
        <p15:guide id="23" orient="horz" pos="6182" userDrawn="1">
          <p15:clr>
            <a:srgbClr val="A4A3A4"/>
          </p15:clr>
        </p15:guide>
        <p15:guide id="24" pos="4224" userDrawn="1">
          <p15:clr>
            <a:srgbClr val="547EBF"/>
          </p15:clr>
        </p15:guide>
        <p15:guide id="25" orient="horz" pos="7151" userDrawn="1">
          <p15:clr>
            <a:srgbClr val="A4A3A4"/>
          </p15:clr>
        </p15:guide>
        <p15:guide id="26" orient="horz" pos="5536" userDrawn="1">
          <p15:clr>
            <a:srgbClr val="A4A3A4"/>
          </p15:clr>
        </p15:guide>
        <p15:guide id="27" orient="horz" pos="4333" userDrawn="1">
          <p15:clr>
            <a:srgbClr val="A4A3A4"/>
          </p15:clr>
        </p15:guide>
        <p15:guide id="28" orient="horz" pos="4217" userDrawn="1">
          <p15:clr>
            <a:srgbClr val="A4A3A4"/>
          </p15:clr>
        </p15:guide>
        <p15:guide id="29" orient="horz" pos="3419" userDrawn="1">
          <p15:clr>
            <a:srgbClr val="A4A3A4"/>
          </p15:clr>
        </p15:guide>
        <p15:guide id="30" orient="horz" pos="2837" userDrawn="1">
          <p15:clr>
            <a:srgbClr val="A4A3A4"/>
          </p15:clr>
        </p15:guide>
        <p15:guide id="31" orient="horz" pos="3865" userDrawn="1">
          <p15:clr>
            <a:srgbClr val="A4A3A4"/>
          </p15:clr>
        </p15:guide>
        <p15:guide id="32" orient="horz" pos="1771" userDrawn="1">
          <p15:clr>
            <a:srgbClr val="A4A3A4"/>
          </p15:clr>
        </p15:guide>
        <p15:guide id="33" pos="351" userDrawn="1">
          <p15:clr>
            <a:srgbClr val="A4A3A4"/>
          </p15:clr>
        </p15:guide>
        <p15:guide id="34" pos="3145" userDrawn="1">
          <p15:clr>
            <a:srgbClr val="A4A3A4"/>
          </p15:clr>
        </p15:guide>
        <p15:guide id="35" pos="2816" userDrawn="1">
          <p15:clr>
            <a:srgbClr val="A4A3A4"/>
          </p15:clr>
        </p15:guide>
        <p15:guide id="36" pos="2112" userDrawn="1">
          <p15:clr>
            <a:srgbClr val="547EBF"/>
          </p15:clr>
        </p15:guide>
        <p15:guide id="37" pos="4489" userDrawn="1">
          <p15:clr>
            <a:srgbClr val="A4A3A4"/>
          </p15:clr>
        </p15:guide>
        <p15:guide id="38" orient="horz" pos="726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596631-9111-0793-B4BA-1002B71A0A34}" name="Mauricio Vargas Ortiz" initials="MVO" userId="S::v-mauriciova@microsoft.com::ba67f6af-dff6-4226-8797-1a2481e4a28e" providerId="AD"/>
  <p188:author id="{1D14E4A9-A672-B3F6-E7E9-65D698D46D7A}" name="Amy Liao" initials="AL" userId="S::minliao@microsoft.com::497a3b27-1ef1-450d-9dc5-a5f39a9d456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even Tokuno" initials="DT"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B"/>
    <a:srgbClr val="3B3838"/>
    <a:srgbClr val="FEFEFE"/>
    <a:srgbClr val="D9D9D9"/>
    <a:srgbClr val="022A4C"/>
    <a:srgbClr val="092060"/>
    <a:srgbClr val="2F3D48"/>
    <a:srgbClr val="00B0F0"/>
    <a:srgbClr val="505050"/>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7DE894-C2AA-FFEE-A8B1-FD3815A0C37A}" v="38" dt="2026-01-20T11:18:23.0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2328" y="84"/>
      </p:cViewPr>
      <p:guideLst>
        <p:guide orient="horz" pos="695"/>
        <p:guide orient="horz" pos="7885"/>
        <p:guide pos="6045"/>
        <p:guide pos="310"/>
        <p:guide orient="horz" pos="285"/>
        <p:guide pos="1994"/>
        <p:guide pos="5985"/>
        <p:guide orient="horz" pos="5244"/>
        <p:guide pos="3668"/>
        <p:guide pos="469"/>
        <p:guide pos="5869"/>
        <p:guide pos="4166"/>
        <p:guide orient="horz" pos="7356"/>
        <p:guide orient="horz" pos="1047"/>
        <p:guide orient="horz" pos="1868"/>
        <p:guide orient="horz" pos="2456"/>
        <p:guide orient="horz" pos="3571"/>
        <p:guide orient="horz" pos="6326"/>
        <p:guide pos="1818"/>
        <p:guide pos="3844"/>
        <p:guide pos="2170"/>
        <p:guide orient="horz" pos="6182"/>
        <p:guide pos="4224"/>
        <p:guide orient="horz" pos="7151"/>
        <p:guide orient="horz" pos="5536"/>
        <p:guide orient="horz" pos="4333"/>
        <p:guide orient="horz" pos="4217"/>
        <p:guide orient="horz" pos="3419"/>
        <p:guide orient="horz" pos="2837"/>
        <p:guide orient="horz" pos="3865"/>
        <p:guide orient="horz" pos="1771"/>
        <p:guide pos="351"/>
        <p:guide pos="3145"/>
        <p:guide pos="2816"/>
        <p:guide pos="2112"/>
        <p:guide pos="4489"/>
        <p:guide orient="horz" pos="72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Énok Gábor" userId="S::enok.gabor@digitechold.com::98df606b-9240-4520-8d27-76c858767ab6" providerId="AD" clId="Web-{587DE894-C2AA-FFEE-A8B1-FD3815A0C37A}"/>
    <pc:docChg chg="modSld">
      <pc:chgData name="Énok Gábor" userId="S::enok.gabor@digitechold.com::98df606b-9240-4520-8d27-76c858767ab6" providerId="AD" clId="Web-{587DE894-C2AA-FFEE-A8B1-FD3815A0C37A}" dt="2026-01-20T11:18:21.948" v="18" actId="20577"/>
      <pc:docMkLst>
        <pc:docMk/>
      </pc:docMkLst>
      <pc:sldChg chg="modSp">
        <pc:chgData name="Énok Gábor" userId="S::enok.gabor@digitechold.com::98df606b-9240-4520-8d27-76c858767ab6" providerId="AD" clId="Web-{587DE894-C2AA-FFEE-A8B1-FD3815A0C37A}" dt="2026-01-20T11:18:21.948" v="18" actId="20577"/>
        <pc:sldMkLst>
          <pc:docMk/>
          <pc:sldMk cId="2537066789" sldId="572"/>
        </pc:sldMkLst>
        <pc:spChg chg="mod">
          <ac:chgData name="Énok Gábor" userId="S::enok.gabor@digitechold.com::98df606b-9240-4520-8d27-76c858767ab6" providerId="AD" clId="Web-{587DE894-C2AA-FFEE-A8B1-FD3815A0C37A}" dt="2026-01-20T11:18:21.948" v="18" actId="20577"/>
          <ac:spMkLst>
            <pc:docMk/>
            <pc:sldMk cId="2537066789" sldId="572"/>
            <ac:spMk id="32" creationId="{D53B0392-83A1-4844-A087-6F13261A5C2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D8B09A-A38A-3B4E-ADB1-0D81F0DFED70}" type="datetimeFigureOut">
              <a:rPr lang="en-US" smtClean="0"/>
              <a:t>1/20/2026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FBE59A-3FDD-4442-80EB-B8F1A8DE9F3B}" type="slidenum">
              <a:rPr lang="en-US" smtClean="0"/>
              <a:t>‹#›</a:t>
            </a:fld>
            <a:endParaRPr lang="en-US"/>
          </a:p>
        </p:txBody>
      </p:sp>
    </p:spTree>
    <p:extLst>
      <p:ext uri="{BB962C8B-B14F-4D97-AF65-F5344CB8AC3E}">
        <p14:creationId xmlns:p14="http://schemas.microsoft.com/office/powerpoint/2010/main" val="2408669433"/>
      </p:ext>
    </p:extLst>
  </p:cSld>
  <p:clrMap bg1="lt1" tx1="dk1" bg2="lt2" tx2="dk2" accent1="accent1" accent2="accent2" accent3="accent3" accent4="accent4" accent5="accent5" accent6="accent6" hlink="hlink" folHlink="folHlink"/>
  <p:notesStyle>
    <a:lvl1pPr marL="0" algn="l" defTabSz="1183142" rtl="0" eaLnBrk="1" latinLnBrk="0" hangingPunct="1">
      <a:defRPr sz="1553" kern="1200">
        <a:solidFill>
          <a:schemeClr val="tx1"/>
        </a:solidFill>
        <a:latin typeface="+mn-lt"/>
        <a:ea typeface="+mn-ea"/>
        <a:cs typeface="+mn-cs"/>
      </a:defRPr>
    </a:lvl1pPr>
    <a:lvl2pPr marL="591571" algn="l" defTabSz="1183142" rtl="0" eaLnBrk="1" latinLnBrk="0" hangingPunct="1">
      <a:defRPr sz="1553" kern="1200">
        <a:solidFill>
          <a:schemeClr val="tx1"/>
        </a:solidFill>
        <a:latin typeface="+mn-lt"/>
        <a:ea typeface="+mn-ea"/>
        <a:cs typeface="+mn-cs"/>
      </a:defRPr>
    </a:lvl2pPr>
    <a:lvl3pPr marL="1183142" algn="l" defTabSz="1183142" rtl="0" eaLnBrk="1" latinLnBrk="0" hangingPunct="1">
      <a:defRPr sz="1553" kern="1200">
        <a:solidFill>
          <a:schemeClr val="tx1"/>
        </a:solidFill>
        <a:latin typeface="+mn-lt"/>
        <a:ea typeface="+mn-ea"/>
        <a:cs typeface="+mn-cs"/>
      </a:defRPr>
    </a:lvl3pPr>
    <a:lvl4pPr marL="1774713" algn="l" defTabSz="1183142" rtl="0" eaLnBrk="1" latinLnBrk="0" hangingPunct="1">
      <a:defRPr sz="1553" kern="1200">
        <a:solidFill>
          <a:schemeClr val="tx1"/>
        </a:solidFill>
        <a:latin typeface="+mn-lt"/>
        <a:ea typeface="+mn-ea"/>
        <a:cs typeface="+mn-cs"/>
      </a:defRPr>
    </a:lvl4pPr>
    <a:lvl5pPr marL="2366284" algn="l" defTabSz="1183142" rtl="0" eaLnBrk="1" latinLnBrk="0" hangingPunct="1">
      <a:defRPr sz="1553" kern="1200">
        <a:solidFill>
          <a:schemeClr val="tx1"/>
        </a:solidFill>
        <a:latin typeface="+mn-lt"/>
        <a:ea typeface="+mn-ea"/>
        <a:cs typeface="+mn-cs"/>
      </a:defRPr>
    </a:lvl5pPr>
    <a:lvl6pPr marL="2957855" algn="l" defTabSz="1183142" rtl="0" eaLnBrk="1" latinLnBrk="0" hangingPunct="1">
      <a:defRPr sz="1553" kern="1200">
        <a:solidFill>
          <a:schemeClr val="tx1"/>
        </a:solidFill>
        <a:latin typeface="+mn-lt"/>
        <a:ea typeface="+mn-ea"/>
        <a:cs typeface="+mn-cs"/>
      </a:defRPr>
    </a:lvl6pPr>
    <a:lvl7pPr marL="3549426" algn="l" defTabSz="1183142" rtl="0" eaLnBrk="1" latinLnBrk="0" hangingPunct="1">
      <a:defRPr sz="1553" kern="1200">
        <a:solidFill>
          <a:schemeClr val="tx1"/>
        </a:solidFill>
        <a:latin typeface="+mn-lt"/>
        <a:ea typeface="+mn-ea"/>
        <a:cs typeface="+mn-cs"/>
      </a:defRPr>
    </a:lvl7pPr>
    <a:lvl8pPr marL="4140998" algn="l" defTabSz="1183142" rtl="0" eaLnBrk="1" latinLnBrk="0" hangingPunct="1">
      <a:defRPr sz="1553" kern="1200">
        <a:solidFill>
          <a:schemeClr val="tx1"/>
        </a:solidFill>
        <a:latin typeface="+mn-lt"/>
        <a:ea typeface="+mn-ea"/>
        <a:cs typeface="+mn-cs"/>
      </a:defRPr>
    </a:lvl8pPr>
    <a:lvl9pPr marL="4732569" algn="l" defTabSz="1183142" rtl="0" eaLnBrk="1" latinLnBrk="0" hangingPunct="1">
      <a:defRPr sz="155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R"/>
          </a:p>
        </p:txBody>
      </p:sp>
      <p:sp>
        <p:nvSpPr>
          <p:cNvPr id="4" name="Slide Number Placeholder 3"/>
          <p:cNvSpPr>
            <a:spLocks noGrp="1"/>
          </p:cNvSpPr>
          <p:nvPr>
            <p:ph type="sldNum" sz="quarter" idx="5"/>
          </p:nvPr>
        </p:nvSpPr>
        <p:spPr/>
        <p:txBody>
          <a:bodyPr/>
          <a:lstStyle/>
          <a:p>
            <a:fld id="{02FBE59A-3FDD-4442-80EB-B8F1A8DE9F3B}" type="slidenum">
              <a:rPr lang="en-US" smtClean="0"/>
              <a:t>1</a:t>
            </a:fld>
            <a:endParaRPr lang="en-US"/>
          </a:p>
        </p:txBody>
      </p:sp>
    </p:spTree>
    <p:extLst>
      <p:ext uri="{BB962C8B-B14F-4D97-AF65-F5344CB8AC3E}">
        <p14:creationId xmlns:p14="http://schemas.microsoft.com/office/powerpoint/2010/main" val="344646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R"/>
          </a:p>
        </p:txBody>
      </p:sp>
      <p:sp>
        <p:nvSpPr>
          <p:cNvPr id="4" name="Slide Number Placeholder 3"/>
          <p:cNvSpPr>
            <a:spLocks noGrp="1"/>
          </p:cNvSpPr>
          <p:nvPr>
            <p:ph type="sldNum" sz="quarter" idx="5"/>
          </p:nvPr>
        </p:nvSpPr>
        <p:spPr/>
        <p:txBody>
          <a:bodyPr/>
          <a:lstStyle/>
          <a:p>
            <a:fld id="{02FBE59A-3FDD-4442-80EB-B8F1A8DE9F3B}" type="slidenum">
              <a:rPr lang="en-US" smtClean="0"/>
              <a:t>2</a:t>
            </a:fld>
            <a:endParaRPr lang="en-US"/>
          </a:p>
        </p:txBody>
      </p:sp>
    </p:spTree>
    <p:extLst>
      <p:ext uri="{BB962C8B-B14F-4D97-AF65-F5344CB8AC3E}">
        <p14:creationId xmlns:p14="http://schemas.microsoft.com/office/powerpoint/2010/main" val="3336507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OPTION - 2B">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839884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692895"/>
            <a:ext cx="8675370" cy="251550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3464461"/>
            <a:ext cx="8675370" cy="825747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12062354"/>
            <a:ext cx="2263140" cy="692892"/>
          </a:xfrm>
          <a:prstGeom prst="rect">
            <a:avLst/>
          </a:prstGeom>
        </p:spPr>
        <p:txBody>
          <a:bodyPr vert="horz" lIns="91440" tIns="45720" rIns="91440" bIns="45720" rtlCol="0" anchor="ctr"/>
          <a:lstStyle>
            <a:lvl1pPr algn="l">
              <a:defRPr sz="1320">
                <a:solidFill>
                  <a:schemeClr val="tx1">
                    <a:tint val="75000"/>
                  </a:schemeClr>
                </a:solidFill>
              </a:defRPr>
            </a:lvl1pPr>
          </a:lstStyle>
          <a:p>
            <a:fld id="{C764DE79-268F-4C1A-8933-263129D2AF90}" type="datetimeFigureOut">
              <a:rPr lang="en-US" dirty="0"/>
              <a:t>1/20/2026</a:t>
            </a:fld>
            <a:endParaRPr lang="en-US"/>
          </a:p>
        </p:txBody>
      </p:sp>
      <p:sp>
        <p:nvSpPr>
          <p:cNvPr id="5" name="Footer Placeholder 4"/>
          <p:cNvSpPr>
            <a:spLocks noGrp="1"/>
          </p:cNvSpPr>
          <p:nvPr>
            <p:ph type="ftr" sz="quarter" idx="3"/>
          </p:nvPr>
        </p:nvSpPr>
        <p:spPr>
          <a:xfrm>
            <a:off x="3331845" y="12062354"/>
            <a:ext cx="3394710" cy="692892"/>
          </a:xfrm>
          <a:prstGeom prst="rect">
            <a:avLst/>
          </a:prstGeom>
        </p:spPr>
        <p:txBody>
          <a:bodyPr vert="horz" lIns="91440" tIns="45720" rIns="91440" bIns="45720" rtlCol="0" anchor="ctr"/>
          <a:lstStyle>
            <a:lvl1pPr algn="ctr">
              <a:defRPr sz="1320">
                <a:solidFill>
                  <a:schemeClr val="tx1">
                    <a:tint val="75000"/>
                  </a:schemeClr>
                </a:solidFill>
              </a:defRPr>
            </a:lvl1pPr>
          </a:lstStyle>
          <a:p>
            <a:r>
              <a:rPr lang="en-US"/>
              <a:t>Partner Name   |   www.contoso.com   |   email@contoso.com   |   123-456-7890</a:t>
            </a:r>
          </a:p>
        </p:txBody>
      </p:sp>
      <p:sp>
        <p:nvSpPr>
          <p:cNvPr id="6" name="Slide Number Placeholder 5"/>
          <p:cNvSpPr>
            <a:spLocks noGrp="1"/>
          </p:cNvSpPr>
          <p:nvPr>
            <p:ph type="sldNum" sz="quarter" idx="4"/>
          </p:nvPr>
        </p:nvSpPr>
        <p:spPr>
          <a:xfrm>
            <a:off x="7103745" y="12062354"/>
            <a:ext cx="2263140" cy="692892"/>
          </a:xfrm>
          <a:prstGeom prst="rect">
            <a:avLst/>
          </a:prstGeom>
        </p:spPr>
        <p:txBody>
          <a:bodyPr vert="horz" lIns="91440" tIns="45720" rIns="91440" bIns="45720" rtlCol="0" anchor="ctr"/>
          <a:lstStyle>
            <a:lvl1pPr algn="r">
              <a:defRPr sz="132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903849107"/>
      </p:ext>
    </p:extLst>
  </p:cSld>
  <p:clrMap bg1="lt1" tx1="dk1" bg2="lt2" tx2="dk2" accent1="accent1" accent2="accent2" accent3="accent3" accent4="accent4" accent5="accent5" accent6="accent6" hlink="hlink" folHlink="folHlink"/>
  <p:sldLayoutIdLst>
    <p:sldLayoutId id="2147483692" r:id="rId1"/>
  </p:sldLayoutIdLst>
  <p:hf sldNum="0" hdr="0" dt="0"/>
  <p:txStyles>
    <p:title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60" indent="-251460" algn="l" defTabSz="1005840"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80" indent="-251460" algn="l" defTabSz="1005840"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300" indent="-251460" algn="l" defTabSz="1005840"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2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314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9.jpeg"/><Relationship Id="rId18" Type="http://schemas.openxmlformats.org/officeDocument/2006/relationships/image" Target="../media/image14.png"/><Relationship Id="rId3" Type="http://schemas.openxmlformats.org/officeDocument/2006/relationships/image" Target="../media/image1.jpeg"/><Relationship Id="rId7" Type="http://schemas.openxmlformats.org/officeDocument/2006/relationships/image" Target="../media/image5.png"/><Relationship Id="rId12" Type="http://schemas.openxmlformats.org/officeDocument/2006/relationships/hyperlink" Target="https://marketplace.microsoft.com/en-us/product/saas/nologiesholdingkorltoltfelelssgtrsasg1726131505636.config_cobra_01?tab=Overview" TargetMode="External"/><Relationship Id="rId17" Type="http://schemas.openxmlformats.org/officeDocument/2006/relationships/image" Target="../media/image13.png"/><Relationship Id="rId2" Type="http://schemas.openxmlformats.org/officeDocument/2006/relationships/notesSlide" Target="../notesSlides/notesSlide1.xml"/><Relationship Id="rId16" Type="http://schemas.openxmlformats.org/officeDocument/2006/relationships/image" Target="../media/image12.png"/><Relationship Id="rId20"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4.emf"/><Relationship Id="rId11" Type="http://schemas.openxmlformats.org/officeDocument/2006/relationships/hyperlink" Target="https://configcobra.com/" TargetMode="External"/><Relationship Id="rId5" Type="http://schemas.openxmlformats.org/officeDocument/2006/relationships/image" Target="../media/image3.svg"/><Relationship Id="rId15" Type="http://schemas.openxmlformats.org/officeDocument/2006/relationships/image" Target="../media/image11.svg"/><Relationship Id="rId10" Type="http://schemas.openxmlformats.org/officeDocument/2006/relationships/image" Target="../media/image8.svg"/><Relationship Id="rId19" Type="http://schemas.openxmlformats.org/officeDocument/2006/relationships/image" Target="../media/image15.sv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0.png"/></Relationships>
</file>

<file path=ppt/slides/_rels/slide2.xml.rels><?xml version="1.0" encoding="UTF-8" standalone="yes"?>
<Relationships xmlns="http://schemas.openxmlformats.org/package/2006/relationships"><Relationship Id="rId8" Type="http://schemas.openxmlformats.org/officeDocument/2006/relationships/image" Target="../media/image22.emf"/><Relationship Id="rId13" Type="http://schemas.openxmlformats.org/officeDocument/2006/relationships/hyperlink" Target="https://configcobra.com/" TargetMode="External"/><Relationship Id="rId3" Type="http://schemas.openxmlformats.org/officeDocument/2006/relationships/image" Target="../media/image17.jpeg"/><Relationship Id="rId7" Type="http://schemas.openxmlformats.org/officeDocument/2006/relationships/image" Target="../media/image21.svg"/><Relationship Id="rId12" Type="http://schemas.openxmlformats.org/officeDocument/2006/relationships/image" Target="../media/image26.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0" Type="http://schemas.openxmlformats.org/officeDocument/2006/relationships/image" Target="../media/image24.sv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hyperlink" Target="https://marketplace.microsoft.com/en-us/product/saas/nologiesholdingkorltoltfelelssgtrsasg1726131505636.config_cobra_01?tab=Overvie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image">
            <a:extLst>
              <a:ext uri="{FF2B5EF4-FFF2-40B4-BE49-F238E27FC236}">
                <a16:creationId xmlns:a16="http://schemas.microsoft.com/office/drawing/2014/main" id="{7A0F2C18-C741-C946-AD88-F02328693D7B}"/>
              </a:ext>
            </a:extLst>
          </p:cNvPr>
          <p:cNvSpPr/>
          <p:nvPr/>
        </p:nvSpPr>
        <p:spPr>
          <a:xfrm>
            <a:off x="942" y="1"/>
            <a:ext cx="10057458" cy="2826418"/>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1" name="Yellow layout">
            <a:extLst>
              <a:ext uri="{FF2B5EF4-FFF2-40B4-BE49-F238E27FC236}">
                <a16:creationId xmlns:a16="http://schemas.microsoft.com/office/drawing/2014/main" id="{E6798770-0D94-48C1-AB0D-D767A8F7350B}"/>
              </a:ext>
            </a:extLst>
          </p:cNvPr>
          <p:cNvSpPr/>
          <p:nvPr/>
        </p:nvSpPr>
        <p:spPr>
          <a:xfrm>
            <a:off x="6071664" y="0"/>
            <a:ext cx="3933700" cy="2863961"/>
          </a:xfrm>
          <a:custGeom>
            <a:avLst/>
            <a:gdLst>
              <a:gd name="connsiteX0" fmla="*/ 2210516 w 3040244"/>
              <a:gd name="connsiteY0" fmla="*/ 0 h 2213474"/>
              <a:gd name="connsiteX1" fmla="*/ 0 w 3040244"/>
              <a:gd name="connsiteY1" fmla="*/ 2213475 h 2213474"/>
              <a:gd name="connsiteX2" fmla="*/ 829729 w 3040244"/>
              <a:gd name="connsiteY2" fmla="*/ 2213475 h 2213474"/>
              <a:gd name="connsiteX3" fmla="*/ 3040245 w 3040244"/>
              <a:gd name="connsiteY3" fmla="*/ 0 h 2213474"/>
            </a:gdLst>
            <a:ahLst/>
            <a:cxnLst>
              <a:cxn ang="0">
                <a:pos x="connsiteX0" y="connsiteY0"/>
              </a:cxn>
              <a:cxn ang="0">
                <a:pos x="connsiteX1" y="connsiteY1"/>
              </a:cxn>
              <a:cxn ang="0">
                <a:pos x="connsiteX2" y="connsiteY2"/>
              </a:cxn>
              <a:cxn ang="0">
                <a:pos x="connsiteX3" y="connsiteY3"/>
              </a:cxn>
            </a:cxnLst>
            <a:rect l="l" t="t" r="r" b="b"/>
            <a:pathLst>
              <a:path w="3040244" h="2213474">
                <a:moveTo>
                  <a:pt x="2210516" y="0"/>
                </a:moveTo>
                <a:lnTo>
                  <a:pt x="0" y="2213475"/>
                </a:lnTo>
                <a:lnTo>
                  <a:pt x="829729" y="2213475"/>
                </a:lnTo>
                <a:lnTo>
                  <a:pt x="3040245" y="0"/>
                </a:lnTo>
                <a:close/>
              </a:path>
            </a:pathLst>
          </a:custGeom>
          <a:solidFill>
            <a:schemeClr val="accent1">
              <a:alpha val="48000"/>
            </a:schemeClr>
          </a:solidFill>
          <a:ln w="12793" cap="flat">
            <a:noFill/>
            <a:prstDash val="solid"/>
            <a:miter/>
          </a:ln>
        </p:spPr>
        <p:txBody>
          <a:bodyPr rtlCol="0" anchor="ctr"/>
          <a:lstStyle/>
          <a:p>
            <a:endParaRPr lang="en-CR" sz="3359"/>
          </a:p>
        </p:txBody>
      </p:sp>
      <p:sp>
        <p:nvSpPr>
          <p:cNvPr id="12" name="yellow shape">
            <a:extLst>
              <a:ext uri="{FF2B5EF4-FFF2-40B4-BE49-F238E27FC236}">
                <a16:creationId xmlns:a16="http://schemas.microsoft.com/office/drawing/2014/main" id="{5A309406-A608-49F4-937C-C78A25F51735}"/>
              </a:ext>
            </a:extLst>
          </p:cNvPr>
          <p:cNvSpPr/>
          <p:nvPr/>
        </p:nvSpPr>
        <p:spPr>
          <a:xfrm>
            <a:off x="7214917" y="53902"/>
            <a:ext cx="2843483" cy="2847290"/>
          </a:xfrm>
          <a:custGeom>
            <a:avLst/>
            <a:gdLst>
              <a:gd name="connsiteX0" fmla="*/ 2197647 w 2197647"/>
              <a:gd name="connsiteY0" fmla="*/ 0 h 2200589"/>
              <a:gd name="connsiteX1" fmla="*/ 2197647 w 2197647"/>
              <a:gd name="connsiteY1" fmla="*/ 830840 h 2200589"/>
              <a:gd name="connsiteX2" fmla="*/ 829729 w 2197647"/>
              <a:gd name="connsiteY2" fmla="*/ 2200589 h 2200589"/>
              <a:gd name="connsiteX3" fmla="*/ 0 w 2197647"/>
              <a:gd name="connsiteY3" fmla="*/ 2200589 h 2200589"/>
              <a:gd name="connsiteX4" fmla="*/ 2197647 w 2197647"/>
              <a:gd name="connsiteY4" fmla="*/ 0 h 2200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7647" h="2200589">
                <a:moveTo>
                  <a:pt x="2197647" y="0"/>
                </a:moveTo>
                <a:lnTo>
                  <a:pt x="2197647" y="830840"/>
                </a:lnTo>
                <a:lnTo>
                  <a:pt x="829729" y="2200589"/>
                </a:lnTo>
                <a:lnTo>
                  <a:pt x="0" y="2200589"/>
                </a:lnTo>
                <a:lnTo>
                  <a:pt x="2197647" y="0"/>
                </a:lnTo>
                <a:close/>
              </a:path>
            </a:pathLst>
          </a:custGeom>
          <a:solidFill>
            <a:schemeClr val="accent1">
              <a:alpha val="88047"/>
            </a:schemeClr>
          </a:solidFill>
          <a:ln w="12793" cap="flat">
            <a:noFill/>
            <a:prstDash val="solid"/>
            <a:miter/>
          </a:ln>
        </p:spPr>
        <p:txBody>
          <a:bodyPr rtlCol="0" anchor="ctr"/>
          <a:lstStyle/>
          <a:p>
            <a:endParaRPr lang="en-CR" sz="3359"/>
          </a:p>
        </p:txBody>
      </p:sp>
      <p:pic>
        <p:nvPicPr>
          <p:cNvPr id="14" name="white shape">
            <a:extLst>
              <a:ext uri="{FF2B5EF4-FFF2-40B4-BE49-F238E27FC236}">
                <a16:creationId xmlns:a16="http://schemas.microsoft.com/office/drawing/2014/main" id="{D3563CD4-D6FC-4A0C-94B9-0B9EFD929AB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38" y="136639"/>
            <a:ext cx="2711318" cy="2711318"/>
          </a:xfrm>
          <a:prstGeom prst="rect">
            <a:avLst/>
          </a:prstGeom>
        </p:spPr>
      </p:pic>
      <p:pic>
        <p:nvPicPr>
          <p:cNvPr id="19" name="Mask">
            <a:extLst>
              <a:ext uri="{FF2B5EF4-FFF2-40B4-BE49-F238E27FC236}">
                <a16:creationId xmlns:a16="http://schemas.microsoft.com/office/drawing/2014/main" id="{613DBE4C-199F-4BF7-92C3-5DC723D5679E}"/>
              </a:ext>
            </a:extLst>
          </p:cNvPr>
          <p:cNvPicPr/>
          <p:nvPr/>
        </p:nvPicPr>
        <p:blipFill>
          <a:blip r:embed="rId6"/>
          <a:stretch>
            <a:fillRect/>
          </a:stretch>
        </p:blipFill>
        <p:spPr>
          <a:xfrm>
            <a:off x="148090" y="-8722"/>
            <a:ext cx="10056524" cy="13019446"/>
          </a:xfrm>
          <a:prstGeom prst="rect">
            <a:avLst/>
          </a:prstGeom>
        </p:spPr>
      </p:pic>
      <p:sp>
        <p:nvSpPr>
          <p:cNvPr id="24" name="Title 2">
            <a:extLst>
              <a:ext uri="{FF2B5EF4-FFF2-40B4-BE49-F238E27FC236}">
                <a16:creationId xmlns:a16="http://schemas.microsoft.com/office/drawing/2014/main" id="{F5EA9A8D-9ED9-4FA2-B9EE-206AA0AF4BC4}"/>
              </a:ext>
            </a:extLst>
          </p:cNvPr>
          <p:cNvSpPr txBox="1">
            <a:spLocks/>
          </p:cNvSpPr>
          <p:nvPr/>
        </p:nvSpPr>
        <p:spPr>
          <a:xfrm>
            <a:off x="463095" y="4578388"/>
            <a:ext cx="9084968" cy="1088964"/>
          </a:xfrm>
          <a:prstGeom prst="rect">
            <a:avLst/>
          </a:prstGeom>
        </p:spPr>
        <p:txBody>
          <a:bodyPr vert="horz" lIns="118312" tIns="59156" rIns="118312" bIns="59156" rtlCol="0" anchor="ctr">
            <a:spAutoFit/>
          </a:bodyPr>
          <a:lstStyle>
            <a:lvl1pPr algn="l" defTabSz="777240" rtl="0" eaLnBrk="1" latinLnBrk="0" hangingPunct="1">
              <a:lnSpc>
                <a:spcPct val="90000"/>
              </a:lnSpc>
              <a:spcBef>
                <a:spcPct val="0"/>
              </a:spcBef>
              <a:buNone/>
              <a:defRPr sz="3740" b="1" i="0" kern="1200">
                <a:solidFill>
                  <a:schemeClr val="tx2"/>
                </a:solidFill>
                <a:latin typeface="Arial Bold" pitchFamily="2" charset="77"/>
                <a:ea typeface="+mj-ea"/>
                <a:cs typeface="+mj-cs"/>
              </a:defRPr>
            </a:lvl1pPr>
          </a:lstStyle>
          <a:p>
            <a:r>
              <a:rPr lang="en-US" sz="3500" dirty="0" err="1">
                <a:solidFill>
                  <a:schemeClr val="accent2"/>
                </a:solidFill>
                <a:latin typeface="Segoe UI Semibold"/>
                <a:cs typeface="Segoe UI Semibold"/>
              </a:rPr>
              <a:t>ConfigCobra</a:t>
            </a:r>
            <a:r>
              <a:rPr lang="en-US" sz="3500" dirty="0">
                <a:solidFill>
                  <a:schemeClr val="accent2"/>
                </a:solidFill>
                <a:latin typeface="Segoe UI Semibold"/>
                <a:cs typeface="Segoe UI Semibold"/>
              </a:rPr>
              <a:t> automated CIS assessments in M365, boosting security and saving time.</a:t>
            </a:r>
            <a:endParaRPr lang="en-US" sz="3500" dirty="0">
              <a:solidFill>
                <a:schemeClr val="accent2"/>
              </a:solidFill>
              <a:latin typeface="Segoe UI Semibold" panose="020B0502040204020203" pitchFamily="34" charset="0"/>
              <a:cs typeface="Segoe UI Semibold" panose="020B0502040204020203" pitchFamily="34" charset="0"/>
            </a:endParaRPr>
          </a:p>
        </p:txBody>
      </p:sp>
      <p:cxnSp>
        <p:nvCxnSpPr>
          <p:cNvPr id="41" name="Straight Connector 40">
            <a:extLst>
              <a:ext uri="{FF2B5EF4-FFF2-40B4-BE49-F238E27FC236}">
                <a16:creationId xmlns:a16="http://schemas.microsoft.com/office/drawing/2014/main" id="{CC051097-35D3-4911-8204-A7FCDBE0F65E}"/>
              </a:ext>
            </a:extLst>
          </p:cNvPr>
          <p:cNvCxnSpPr>
            <a:cxnSpLocks/>
          </p:cNvCxnSpPr>
          <p:nvPr/>
        </p:nvCxnSpPr>
        <p:spPr>
          <a:xfrm>
            <a:off x="7426501" y="-34268"/>
            <a:ext cx="2646079" cy="2583042"/>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DAE56D6-B063-4A7A-BEC9-86D5C9EE3870}"/>
              </a:ext>
            </a:extLst>
          </p:cNvPr>
          <p:cNvCxnSpPr>
            <a:cxnSpLocks/>
          </p:cNvCxnSpPr>
          <p:nvPr/>
        </p:nvCxnSpPr>
        <p:spPr>
          <a:xfrm flipH="1">
            <a:off x="-23201" y="3601"/>
            <a:ext cx="1413890" cy="127266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9" name="Graphic 48">
            <a:extLst>
              <a:ext uri="{FF2B5EF4-FFF2-40B4-BE49-F238E27FC236}">
                <a16:creationId xmlns:a16="http://schemas.microsoft.com/office/drawing/2014/main" id="{097DE951-039D-4527-9762-35DA4AD39DB0}"/>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flipH="1">
            <a:off x="942" y="1618501"/>
            <a:ext cx="1207918" cy="1207918"/>
          </a:xfrm>
          <a:prstGeom prst="rect">
            <a:avLst/>
          </a:prstGeom>
        </p:spPr>
      </p:pic>
      <p:pic>
        <p:nvPicPr>
          <p:cNvPr id="51" name="Graphic 50">
            <a:extLst>
              <a:ext uri="{FF2B5EF4-FFF2-40B4-BE49-F238E27FC236}">
                <a16:creationId xmlns:a16="http://schemas.microsoft.com/office/drawing/2014/main" id="{42AEDA10-4F36-4C96-AB99-4F9BAEFCA2F7}"/>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053785" y="1304443"/>
            <a:ext cx="1003682" cy="2014286"/>
          </a:xfrm>
          <a:prstGeom prst="rect">
            <a:avLst/>
          </a:prstGeom>
        </p:spPr>
      </p:pic>
      <p:sp>
        <p:nvSpPr>
          <p:cNvPr id="22" name="content">
            <a:extLst>
              <a:ext uri="{FF2B5EF4-FFF2-40B4-BE49-F238E27FC236}">
                <a16:creationId xmlns:a16="http://schemas.microsoft.com/office/drawing/2014/main" id="{68B13DEA-BEBA-734D-AC30-9B44D55227C0}"/>
              </a:ext>
            </a:extLst>
          </p:cNvPr>
          <p:cNvSpPr txBox="1">
            <a:spLocks/>
          </p:cNvSpPr>
          <p:nvPr/>
        </p:nvSpPr>
        <p:spPr>
          <a:xfrm>
            <a:off x="463095" y="5990909"/>
            <a:ext cx="9131300" cy="2152650"/>
          </a:xfrm>
          <a:prstGeom prst="rect">
            <a:avLst/>
          </a:prstGeom>
        </p:spPr>
        <p:txBody>
          <a:bodyPr vert="horz" lIns="91440" tIns="45720" rIns="91440" bIns="45720" numCol="2" spcCol="360000" rtlCol="0">
            <a:noAutofit/>
          </a:bodyPr>
          <a:lstStyle>
            <a:lvl1pPr marL="251460" indent="-251460" algn="l" defTabSz="1005840"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80" indent="-251460" algn="l" defTabSz="1005840"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300" indent="-251460" algn="l" defTabSz="1005840"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2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314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indent="0">
              <a:lnSpc>
                <a:spcPct val="130000"/>
              </a:lnSpc>
              <a:buFont typeface="Arial" panose="020B0604020202020204" pitchFamily="34" charset="0"/>
              <a:buNone/>
            </a:pPr>
            <a:r>
              <a:rPr lang="en-US" sz="1500" dirty="0">
                <a:solidFill>
                  <a:schemeClr val="accent3"/>
                </a:solidFill>
                <a:latin typeface="Segoe UI" panose="020B0502040204020203" pitchFamily="34" charset="0"/>
                <a:cs typeface="Segoe UI" panose="020B0502040204020203" pitchFamily="34" charset="0"/>
              </a:rPr>
              <a:t>A mid-sized organization running Microsoft 365 needed a reliable way to keep security configurations consistent as the environment evolved. Manual compliance reviews were slow, hard to repeat, and often missed changes that introduced risk. </a:t>
            </a:r>
            <a:br>
              <a:rPr lang="en-US" sz="1500" dirty="0">
                <a:solidFill>
                  <a:schemeClr val="accent3"/>
                </a:solidFill>
                <a:latin typeface="Segoe UI" panose="020B0502040204020203" pitchFamily="34" charset="0"/>
                <a:cs typeface="Segoe UI" panose="020B0502040204020203" pitchFamily="34" charset="0"/>
              </a:rPr>
            </a:br>
            <a:r>
              <a:rPr lang="en-US" sz="1500" dirty="0">
                <a:solidFill>
                  <a:schemeClr val="accent3"/>
                </a:solidFill>
                <a:latin typeface="Segoe UI" panose="020B0502040204020203" pitchFamily="34" charset="0"/>
                <a:cs typeface="Segoe UI" panose="020B0502040204020203" pitchFamily="34" charset="0"/>
              </a:rPr>
              <a:t>They chose </a:t>
            </a:r>
            <a:r>
              <a:rPr lang="en-US" sz="1500" dirty="0" err="1">
                <a:solidFill>
                  <a:schemeClr val="accent3"/>
                </a:solidFill>
                <a:latin typeface="Segoe UI" panose="020B0502040204020203" pitchFamily="34" charset="0"/>
                <a:cs typeface="Segoe UI" panose="020B0502040204020203" pitchFamily="34" charset="0"/>
              </a:rPr>
              <a:t>ConfigCobra</a:t>
            </a:r>
            <a:r>
              <a:rPr lang="en-US" sz="1500" dirty="0">
                <a:solidFill>
                  <a:schemeClr val="accent3"/>
                </a:solidFill>
                <a:latin typeface="Segoe UI" panose="020B0502040204020203" pitchFamily="34" charset="0"/>
                <a:cs typeface="Segoe UI" panose="020B0502040204020203" pitchFamily="34" charset="0"/>
              </a:rPr>
              <a:t> to continuously assess their tenant against the CIS Microsoft 365 Foundations Benchmark, gain clear visibility into their security posture, and generate trusted, audit-ready evidence while improving day-to-day security.</a:t>
            </a:r>
          </a:p>
        </p:txBody>
      </p:sp>
      <p:sp>
        <p:nvSpPr>
          <p:cNvPr id="23" name="Footer Placeholder 42">
            <a:extLst>
              <a:ext uri="{FF2B5EF4-FFF2-40B4-BE49-F238E27FC236}">
                <a16:creationId xmlns:a16="http://schemas.microsoft.com/office/drawing/2014/main" id="{80D3E134-B1A9-B040-BCAD-63450F5E7018}"/>
              </a:ext>
            </a:extLst>
          </p:cNvPr>
          <p:cNvSpPr txBox="1">
            <a:spLocks/>
          </p:cNvSpPr>
          <p:nvPr/>
        </p:nvSpPr>
        <p:spPr>
          <a:xfrm>
            <a:off x="463096" y="11716658"/>
            <a:ext cx="9126050" cy="927381"/>
          </a:xfrm>
          <a:prstGeom prst="rect">
            <a:avLst/>
          </a:prstGeom>
        </p:spPr>
        <p:txBody>
          <a:bodyPr vert="horz" wrap="square" lIns="118312" tIns="59156" rIns="118312" bIns="59156" rtlCol="0" anchor="ctr">
            <a:spAutoFit/>
          </a:bodyPr>
          <a:lstStyle>
            <a:defPPr>
              <a:defRPr lang="en-US"/>
            </a:defPPr>
            <a:lvl1pPr marL="0" algn="ctr" defTabSz="1018824" rtl="0" eaLnBrk="1" latinLnBrk="0" hangingPunct="1">
              <a:defRPr sz="1000" b="0" i="0" kern="1200">
                <a:solidFill>
                  <a:schemeClr val="tx1">
                    <a:tint val="75000"/>
                  </a:schemeClr>
                </a:solidFill>
                <a:latin typeface="Arial" pitchFamily="2" charset="77"/>
                <a:ea typeface="+mn-ea"/>
                <a:cs typeface="+mn-cs"/>
              </a:defRPr>
            </a:lvl1pPr>
            <a:lvl2pPr marL="509412" algn="l" defTabSz="1018824" rtl="0" eaLnBrk="1" latinLnBrk="0" hangingPunct="1">
              <a:defRPr sz="2006" kern="1200">
                <a:solidFill>
                  <a:schemeClr val="tx1"/>
                </a:solidFill>
                <a:latin typeface="+mn-lt"/>
                <a:ea typeface="+mn-ea"/>
                <a:cs typeface="+mn-cs"/>
              </a:defRPr>
            </a:lvl2pPr>
            <a:lvl3pPr marL="1018824" algn="l" defTabSz="1018824" rtl="0" eaLnBrk="1" latinLnBrk="0" hangingPunct="1">
              <a:defRPr sz="2006" kern="1200">
                <a:solidFill>
                  <a:schemeClr val="tx1"/>
                </a:solidFill>
                <a:latin typeface="+mn-lt"/>
                <a:ea typeface="+mn-ea"/>
                <a:cs typeface="+mn-cs"/>
              </a:defRPr>
            </a:lvl3pPr>
            <a:lvl4pPr marL="1528237" algn="l" defTabSz="1018824" rtl="0" eaLnBrk="1" latinLnBrk="0" hangingPunct="1">
              <a:defRPr sz="2006" kern="1200">
                <a:solidFill>
                  <a:schemeClr val="tx1"/>
                </a:solidFill>
                <a:latin typeface="+mn-lt"/>
                <a:ea typeface="+mn-ea"/>
                <a:cs typeface="+mn-cs"/>
              </a:defRPr>
            </a:lvl4pPr>
            <a:lvl5pPr marL="2037649" algn="l" defTabSz="1018824" rtl="0" eaLnBrk="1" latinLnBrk="0" hangingPunct="1">
              <a:defRPr sz="2006" kern="1200">
                <a:solidFill>
                  <a:schemeClr val="tx1"/>
                </a:solidFill>
                <a:latin typeface="+mn-lt"/>
                <a:ea typeface="+mn-ea"/>
                <a:cs typeface="+mn-cs"/>
              </a:defRPr>
            </a:lvl5pPr>
            <a:lvl6pPr marL="2547061" algn="l" defTabSz="1018824" rtl="0" eaLnBrk="1" latinLnBrk="0" hangingPunct="1">
              <a:defRPr sz="2006" kern="1200">
                <a:solidFill>
                  <a:schemeClr val="tx1"/>
                </a:solidFill>
                <a:latin typeface="+mn-lt"/>
                <a:ea typeface="+mn-ea"/>
                <a:cs typeface="+mn-cs"/>
              </a:defRPr>
            </a:lvl6pPr>
            <a:lvl7pPr marL="3056473" algn="l" defTabSz="1018824" rtl="0" eaLnBrk="1" latinLnBrk="0" hangingPunct="1">
              <a:defRPr sz="2006" kern="1200">
                <a:solidFill>
                  <a:schemeClr val="tx1"/>
                </a:solidFill>
                <a:latin typeface="+mn-lt"/>
                <a:ea typeface="+mn-ea"/>
                <a:cs typeface="+mn-cs"/>
              </a:defRPr>
            </a:lvl7pPr>
            <a:lvl8pPr marL="3565886" algn="l" defTabSz="1018824" rtl="0" eaLnBrk="1" latinLnBrk="0" hangingPunct="1">
              <a:defRPr sz="2006" kern="1200">
                <a:solidFill>
                  <a:schemeClr val="tx1"/>
                </a:solidFill>
                <a:latin typeface="+mn-lt"/>
                <a:ea typeface="+mn-ea"/>
                <a:cs typeface="+mn-cs"/>
              </a:defRPr>
            </a:lvl8pPr>
            <a:lvl9pPr marL="4075298" algn="l" defTabSz="1018824" rtl="0" eaLnBrk="1" latinLnBrk="0" hangingPunct="1">
              <a:defRPr sz="2006" kern="1200">
                <a:solidFill>
                  <a:schemeClr val="tx1"/>
                </a:solidFill>
                <a:latin typeface="+mn-lt"/>
                <a:ea typeface="+mn-ea"/>
                <a:cs typeface="+mn-cs"/>
              </a:defRPr>
            </a:lvl9pPr>
          </a:lstStyle>
          <a:p>
            <a:pPr algn="l">
              <a:lnSpc>
                <a:spcPts val="2070"/>
              </a:lnSpc>
            </a:pPr>
            <a:r>
              <a:rPr lang="en-US" sz="1300" dirty="0" err="1">
                <a:solidFill>
                  <a:srgbClr val="303D48"/>
                </a:solidFill>
                <a:latin typeface="Segoe UI"/>
                <a:cs typeface="Segoe UI"/>
              </a:rPr>
              <a:t>ConfigCobra</a:t>
            </a:r>
            <a:br>
              <a:rPr lang="en-US" sz="1300" dirty="0">
                <a:solidFill>
                  <a:srgbClr val="303D48"/>
                </a:solidFill>
                <a:latin typeface="Segoe UI"/>
                <a:cs typeface="Segoe UI"/>
              </a:rPr>
            </a:br>
            <a:r>
              <a:rPr lang="en-US" sz="1300" dirty="0">
                <a:solidFill>
                  <a:schemeClr val="accent3"/>
                </a:solidFill>
                <a:latin typeface="Segoe UI"/>
                <a:cs typeface="Segoe UI"/>
                <a:hlinkClick r:id="rId11"/>
              </a:rPr>
              <a:t>configcobra.com </a:t>
            </a:r>
            <a:r>
              <a:rPr lang="en-US" sz="1300" dirty="0">
                <a:solidFill>
                  <a:schemeClr val="accent3"/>
                </a:solidFill>
                <a:latin typeface="Segoe UI"/>
                <a:cs typeface="Segoe UI"/>
              </a:rPr>
              <a:t>|  info@configcobra.com</a:t>
            </a:r>
            <a:endParaRPr lang="en-US" sz="1300" dirty="0">
              <a:solidFill>
                <a:schemeClr val="accent3"/>
              </a:solidFill>
              <a:latin typeface="Segoe UI" panose="020B0502040204020203" pitchFamily="34" charset="0"/>
              <a:cs typeface="Segoe UI" panose="020B0502040204020203" pitchFamily="34" charset="0"/>
            </a:endParaRPr>
          </a:p>
          <a:p>
            <a:pPr algn="l">
              <a:lnSpc>
                <a:spcPts val="2070"/>
              </a:lnSpc>
            </a:pPr>
            <a:r>
              <a:rPr lang="en-US" sz="1300" u="sng" dirty="0">
                <a:solidFill>
                  <a:schemeClr val="accent3"/>
                </a:solidFill>
                <a:latin typeface="Segoe UI"/>
                <a:cs typeface="Segoe UI"/>
                <a:hlinkClick r:id="rId12"/>
              </a:rPr>
              <a:t>See our offer on the Microsoft Commercial Marketplace</a:t>
            </a:r>
            <a:endParaRPr lang="en-US" sz="1300" u="sng" dirty="0">
              <a:solidFill>
                <a:schemeClr val="accent3"/>
              </a:solidFill>
              <a:latin typeface="Segoe UI"/>
              <a:cs typeface="Segoe UI"/>
            </a:endParaRPr>
          </a:p>
        </p:txBody>
      </p:sp>
      <p:pic>
        <p:nvPicPr>
          <p:cNvPr id="32" name="Picture 31" descr="A person sitting in a chair with a computer on the lap&#10;&#10;Description automatically generated with medium confidence">
            <a:extLst>
              <a:ext uri="{FF2B5EF4-FFF2-40B4-BE49-F238E27FC236}">
                <a16:creationId xmlns:a16="http://schemas.microsoft.com/office/drawing/2014/main" id="{2D4090D2-0C13-094F-9446-A2CA7E1D0430}"/>
              </a:ext>
            </a:extLst>
          </p:cNvPr>
          <p:cNvPicPr>
            <a:picLocks noChangeAspect="1"/>
          </p:cNvPicPr>
          <p:nvPr/>
        </p:nvPicPr>
        <p:blipFill rotWithShape="1">
          <a:blip r:embed="rId13">
            <a:extLst>
              <a:ext uri="{28A0092B-C50C-407E-A947-70E740481C1C}">
                <a14:useLocalDpi xmlns:a14="http://schemas.microsoft.com/office/drawing/2010/main"/>
              </a:ext>
            </a:extLst>
          </a:blip>
          <a:srcRect/>
          <a:stretch/>
        </p:blipFill>
        <p:spPr>
          <a:xfrm>
            <a:off x="7957454" y="8782885"/>
            <a:ext cx="2115126" cy="2758965"/>
          </a:xfrm>
          <a:prstGeom prst="rect">
            <a:avLst/>
          </a:prstGeom>
        </p:spPr>
      </p:pic>
      <p:sp>
        <p:nvSpPr>
          <p:cNvPr id="33" name="Text Placeholder 17">
            <a:extLst>
              <a:ext uri="{FF2B5EF4-FFF2-40B4-BE49-F238E27FC236}">
                <a16:creationId xmlns:a16="http://schemas.microsoft.com/office/drawing/2014/main" id="{BA582E54-D58F-454E-91B7-14AA247EA355}"/>
              </a:ext>
            </a:extLst>
          </p:cNvPr>
          <p:cNvSpPr txBox="1">
            <a:spLocks noGrp="1" noRot="1" noMove="1" noResize="1" noEditPoints="1" noAdjustHandles="1" noChangeArrowheads="1" noChangeShapeType="1"/>
          </p:cNvSpPr>
          <p:nvPr/>
        </p:nvSpPr>
        <p:spPr>
          <a:xfrm>
            <a:off x="2735353" y="9158828"/>
            <a:ext cx="4881998" cy="2229340"/>
          </a:xfrm>
          <a:prstGeom prst="rect">
            <a:avLst/>
          </a:prstGeom>
        </p:spPr>
        <p:txBody>
          <a:bodyPr vert="horz" wrap="square" lIns="118312" tIns="59156" rIns="118312" bIns="59156" rtlCol="0">
            <a:spAutoFit/>
          </a:bodyPr>
          <a:lstStyle>
            <a:lvl1pPr marL="194310" indent="-194310" algn="l" defTabSz="777240" rtl="0" eaLnBrk="1" latinLnBrk="0" hangingPunct="1">
              <a:lnSpc>
                <a:spcPct val="120000"/>
              </a:lnSpc>
              <a:spcBef>
                <a:spcPts val="850"/>
              </a:spcBef>
              <a:buFont typeface="Arial" panose="020B0604020202020204" pitchFamily="34" charset="0"/>
              <a:buChar char="•"/>
              <a:defRPr sz="2380" b="0" i="0" kern="1200">
                <a:solidFill>
                  <a:schemeClr val="tx2"/>
                </a:solidFill>
                <a:latin typeface="Arial" pitchFamily="2" charset="77"/>
                <a:ea typeface="+mn-ea"/>
                <a:cs typeface="+mn-cs"/>
              </a:defRPr>
            </a:lvl1pPr>
            <a:lvl2pPr marL="582930" indent="-194310" algn="l" defTabSz="777240" rtl="0" eaLnBrk="1" latinLnBrk="0" hangingPunct="1">
              <a:lnSpc>
                <a:spcPct val="120000"/>
              </a:lnSpc>
              <a:spcBef>
                <a:spcPts val="425"/>
              </a:spcBef>
              <a:buFont typeface="Arial" panose="020B0604020202020204" pitchFamily="34" charset="0"/>
              <a:buChar char="•"/>
              <a:defRPr sz="2040" b="0" i="0" kern="1200">
                <a:solidFill>
                  <a:schemeClr val="tx2"/>
                </a:solidFill>
                <a:latin typeface="Montserrat ExtraLight" pitchFamily="2" charset="77"/>
                <a:ea typeface="+mn-ea"/>
                <a:cs typeface="+mn-cs"/>
              </a:defRPr>
            </a:lvl2pPr>
            <a:lvl3pPr marL="971550" indent="-194310" algn="l" defTabSz="777240" rtl="0" eaLnBrk="1" latinLnBrk="0" hangingPunct="1">
              <a:lnSpc>
                <a:spcPct val="120000"/>
              </a:lnSpc>
              <a:spcBef>
                <a:spcPts val="425"/>
              </a:spcBef>
              <a:buFont typeface="Arial" panose="020B0604020202020204" pitchFamily="34" charset="0"/>
              <a:buChar char="•"/>
              <a:defRPr sz="1700" b="0" i="0" kern="1200">
                <a:solidFill>
                  <a:schemeClr val="tx2"/>
                </a:solidFill>
                <a:latin typeface="Montserrat ExtraLight" pitchFamily="2" charset="77"/>
                <a:ea typeface="+mn-ea"/>
                <a:cs typeface="+mn-cs"/>
              </a:defRPr>
            </a:lvl3pPr>
            <a:lvl4pPr marL="1360170" indent="-194310" algn="l" defTabSz="777240" rtl="0" eaLnBrk="1" latinLnBrk="0" hangingPunct="1">
              <a:lnSpc>
                <a:spcPct val="120000"/>
              </a:lnSpc>
              <a:spcBef>
                <a:spcPts val="425"/>
              </a:spcBef>
              <a:buFont typeface="Arial" panose="020B0604020202020204" pitchFamily="34" charset="0"/>
              <a:buChar char="•"/>
              <a:defRPr sz="1530" b="0" i="0" kern="1200">
                <a:solidFill>
                  <a:schemeClr val="tx2"/>
                </a:solidFill>
                <a:latin typeface="Montserrat ExtraLight" pitchFamily="2" charset="77"/>
                <a:ea typeface="+mn-ea"/>
                <a:cs typeface="+mn-cs"/>
              </a:defRPr>
            </a:lvl4pPr>
            <a:lvl5pPr marL="1748790" indent="-194310" algn="l" defTabSz="777240" rtl="0" eaLnBrk="1" latinLnBrk="0" hangingPunct="1">
              <a:lnSpc>
                <a:spcPct val="120000"/>
              </a:lnSpc>
              <a:spcBef>
                <a:spcPts val="425"/>
              </a:spcBef>
              <a:buFont typeface="Arial" panose="020B0604020202020204" pitchFamily="34" charset="0"/>
              <a:buChar char="•"/>
              <a:defRPr sz="1530" b="0" i="0" kern="1200">
                <a:solidFill>
                  <a:schemeClr val="tx2"/>
                </a:solidFill>
                <a:latin typeface="Montserrat ExtraLight" pitchFamily="2" charset="77"/>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marL="0" indent="0">
              <a:lnSpc>
                <a:spcPct val="100000"/>
              </a:lnSpc>
              <a:buNone/>
            </a:pPr>
            <a:r>
              <a:rPr lang="en-US" sz="1423" b="1" dirty="0">
                <a:solidFill>
                  <a:schemeClr val="accent3"/>
                </a:solidFill>
                <a:latin typeface="Segoe UI Semibold" panose="020B0502040204020203" pitchFamily="34" charset="0"/>
                <a:cs typeface="Segoe UI Semibold" panose="020B0502040204020203" pitchFamily="34" charset="0"/>
              </a:rPr>
              <a:t>Customer:  </a:t>
            </a:r>
            <a:r>
              <a:rPr lang="en-US" sz="1423" b="1" dirty="0">
                <a:solidFill>
                  <a:schemeClr val="accent3"/>
                </a:solidFill>
                <a:latin typeface="Segoe UI" panose="020B0502040204020203" pitchFamily="34" charset="0"/>
                <a:cs typeface="Segoe UI" panose="020B0502040204020203" pitchFamily="34" charset="0"/>
              </a:rPr>
              <a:t>Digital Technologies Holding GmbH.</a:t>
            </a:r>
            <a:endParaRPr lang="en-US" sz="1423" dirty="0">
              <a:solidFill>
                <a:schemeClr val="accent3"/>
              </a:solidFill>
              <a:latin typeface="Segoe UI" panose="020B0502040204020203" pitchFamily="34" charset="0"/>
              <a:cs typeface="Segoe UI" panose="020B0502040204020203" pitchFamily="34" charset="0"/>
            </a:endParaRPr>
          </a:p>
          <a:p>
            <a:pPr marL="0" indent="0">
              <a:lnSpc>
                <a:spcPct val="100000"/>
              </a:lnSpc>
              <a:buNone/>
            </a:pPr>
            <a:r>
              <a:rPr lang="en-US" sz="1423" b="1" dirty="0">
                <a:solidFill>
                  <a:schemeClr val="accent3"/>
                </a:solidFill>
                <a:latin typeface="Segoe UI Semibold" panose="020B0502040204020203" pitchFamily="34" charset="0"/>
                <a:cs typeface="Segoe UI Semibold" panose="020B0502040204020203" pitchFamily="34" charset="0"/>
              </a:rPr>
              <a:t>Website:  </a:t>
            </a:r>
            <a:r>
              <a:rPr lang="en-US" sz="1423" dirty="0">
                <a:solidFill>
                  <a:schemeClr val="accent3"/>
                </a:solidFill>
                <a:latin typeface="Segoe UI" panose="020B0502040204020203" pitchFamily="34" charset="0"/>
                <a:cs typeface="Segoe UI" panose="020B0502040204020203" pitchFamily="34" charset="0"/>
              </a:rPr>
              <a:t>https://digitechold.com</a:t>
            </a:r>
          </a:p>
          <a:p>
            <a:pPr marL="0" indent="0">
              <a:lnSpc>
                <a:spcPct val="100000"/>
              </a:lnSpc>
              <a:buNone/>
            </a:pPr>
            <a:r>
              <a:rPr lang="en-US" sz="1423" b="1" dirty="0">
                <a:solidFill>
                  <a:schemeClr val="accent3"/>
                </a:solidFill>
                <a:latin typeface="Segoe UI Semibold" panose="020B0502040204020203" pitchFamily="34" charset="0"/>
                <a:cs typeface="Segoe UI Semibold" panose="020B0502040204020203" pitchFamily="34" charset="0"/>
              </a:rPr>
              <a:t>Customer size:  </a:t>
            </a:r>
            <a:r>
              <a:rPr lang="en-US" sz="1423" dirty="0">
                <a:solidFill>
                  <a:schemeClr val="accent3"/>
                </a:solidFill>
                <a:latin typeface="Segoe UI" panose="020B0502040204020203" pitchFamily="34" charset="0"/>
                <a:cs typeface="Segoe UI" panose="020B0502040204020203" pitchFamily="34" charset="0"/>
              </a:rPr>
              <a:t>10-50</a:t>
            </a:r>
          </a:p>
          <a:p>
            <a:pPr marL="0" indent="0">
              <a:lnSpc>
                <a:spcPct val="100000"/>
              </a:lnSpc>
              <a:buNone/>
            </a:pPr>
            <a:r>
              <a:rPr lang="en-US" sz="1423" b="1" dirty="0">
                <a:solidFill>
                  <a:schemeClr val="accent3"/>
                </a:solidFill>
                <a:latin typeface="Segoe UI Semibold" panose="020B0502040204020203" pitchFamily="34" charset="0"/>
                <a:cs typeface="Segoe UI Semibold" panose="020B0502040204020203" pitchFamily="34" charset="0"/>
              </a:rPr>
              <a:t>Country: </a:t>
            </a:r>
            <a:r>
              <a:rPr lang="en-US" sz="1423" dirty="0">
                <a:solidFill>
                  <a:schemeClr val="accent3"/>
                </a:solidFill>
                <a:latin typeface="Segoe UI" panose="020B0502040204020203" pitchFamily="34" charset="0"/>
                <a:cs typeface="Segoe UI" panose="020B0502040204020203" pitchFamily="34" charset="0"/>
              </a:rPr>
              <a:t>Germany</a:t>
            </a:r>
          </a:p>
          <a:p>
            <a:pPr marL="0" indent="0">
              <a:lnSpc>
                <a:spcPct val="100000"/>
              </a:lnSpc>
              <a:buNone/>
            </a:pPr>
            <a:r>
              <a:rPr lang="en-US" sz="1423" b="1" dirty="0">
                <a:solidFill>
                  <a:schemeClr val="accent3"/>
                </a:solidFill>
                <a:latin typeface="Segoe UI Semibold" panose="020B0502040204020203" pitchFamily="34" charset="0"/>
                <a:cs typeface="Segoe UI Semibold" panose="020B0502040204020203" pitchFamily="34" charset="0"/>
              </a:rPr>
              <a:t>Industry: </a:t>
            </a:r>
            <a:r>
              <a:rPr lang="en-US" sz="1423" dirty="0">
                <a:solidFill>
                  <a:schemeClr val="accent3"/>
                </a:solidFill>
                <a:latin typeface="Segoe UI" panose="020B0502040204020203" pitchFamily="34" charset="0"/>
                <a:cs typeface="Segoe UI" panose="020B0502040204020203" pitchFamily="34" charset="0"/>
              </a:rPr>
              <a:t>Data Center Design </a:t>
            </a:r>
          </a:p>
          <a:p>
            <a:pPr marL="0" indent="0">
              <a:lnSpc>
                <a:spcPct val="100000"/>
              </a:lnSpc>
              <a:buNone/>
            </a:pPr>
            <a:r>
              <a:rPr lang="en-US" sz="1423" b="1" dirty="0">
                <a:solidFill>
                  <a:schemeClr val="accent3"/>
                </a:solidFill>
                <a:latin typeface="Segoe UI Semibold" panose="020B0502040204020203" pitchFamily="34" charset="0"/>
                <a:cs typeface="Segoe UI Semibold" panose="020B0502040204020203" pitchFamily="34" charset="0"/>
              </a:rPr>
              <a:t>Products and services: </a:t>
            </a:r>
            <a:r>
              <a:rPr lang="en-US" sz="1423" dirty="0">
                <a:solidFill>
                  <a:schemeClr val="accent3"/>
                </a:solidFill>
                <a:latin typeface="Segoe UI" panose="020B0502040204020203" pitchFamily="34" charset="0"/>
                <a:cs typeface="Segoe UI" panose="020B0502040204020203" pitchFamily="34" charset="0"/>
              </a:rPr>
              <a:t>Microsoft Azure, Microsoft 365, Windows 10​</a:t>
            </a:r>
          </a:p>
        </p:txBody>
      </p:sp>
      <p:sp>
        <p:nvSpPr>
          <p:cNvPr id="34" name="Rectangle 33">
            <a:extLst>
              <a:ext uri="{FF2B5EF4-FFF2-40B4-BE49-F238E27FC236}">
                <a16:creationId xmlns:a16="http://schemas.microsoft.com/office/drawing/2014/main" id="{6AA275CF-8962-6943-8F0B-5C81423E7954}"/>
              </a:ext>
            </a:extLst>
          </p:cNvPr>
          <p:cNvSpPr/>
          <p:nvPr/>
        </p:nvSpPr>
        <p:spPr>
          <a:xfrm>
            <a:off x="463099" y="8535814"/>
            <a:ext cx="1359155" cy="370871"/>
          </a:xfrm>
          <a:prstGeom prst="rect">
            <a:avLst/>
          </a:prstGeom>
        </p:spPr>
        <p:txBody>
          <a:bodyPr wrap="none">
            <a:spAutoFit/>
          </a:bodyPr>
          <a:lstStyle/>
          <a:p>
            <a:r>
              <a:rPr lang="en-US" sz="1810" b="1" dirty="0">
                <a:solidFill>
                  <a:schemeClr val="accent2"/>
                </a:solidFill>
                <a:latin typeface="Segoe UI Semibold" panose="020B0502040204020203" pitchFamily="34" charset="0"/>
                <a:cs typeface="Segoe UI Semibold" panose="020B0502040204020203" pitchFamily="34" charset="0"/>
              </a:rPr>
              <a:t>At a glance</a:t>
            </a:r>
          </a:p>
        </p:txBody>
      </p:sp>
      <p:sp>
        <p:nvSpPr>
          <p:cNvPr id="36" name="line-at a glance">
            <a:extLst>
              <a:ext uri="{FF2B5EF4-FFF2-40B4-BE49-F238E27FC236}">
                <a16:creationId xmlns:a16="http://schemas.microsoft.com/office/drawing/2014/main" id="{368901BC-5863-DB47-9CF8-FB09E97BFE44}"/>
              </a:ext>
            </a:extLst>
          </p:cNvPr>
          <p:cNvSpPr/>
          <p:nvPr/>
        </p:nvSpPr>
        <p:spPr>
          <a:xfrm>
            <a:off x="1500574" y="8799963"/>
            <a:ext cx="6231339" cy="2741887"/>
          </a:xfrm>
          <a:custGeom>
            <a:avLst/>
            <a:gdLst>
              <a:gd name="connsiteX0" fmla="*/ 0 w 6096775"/>
              <a:gd name="connsiteY0" fmla="*/ 1683929 h 2270668"/>
              <a:gd name="connsiteX1" fmla="*/ 0 w 6096775"/>
              <a:gd name="connsiteY1" fmla="*/ 1892224 h 2270668"/>
              <a:gd name="connsiteX2" fmla="*/ 378445 w 6096775"/>
              <a:gd name="connsiteY2" fmla="*/ 2270669 h 2270668"/>
              <a:gd name="connsiteX3" fmla="*/ 6096775 w 6096775"/>
              <a:gd name="connsiteY3" fmla="*/ 2270669 h 2270668"/>
              <a:gd name="connsiteX4" fmla="*/ 6096775 w 6096775"/>
              <a:gd name="connsiteY4" fmla="*/ 378445 h 2270668"/>
              <a:gd name="connsiteX5" fmla="*/ 5718331 w 6096775"/>
              <a:gd name="connsiteY5" fmla="*/ 0 h 2270668"/>
              <a:gd name="connsiteX6" fmla="*/ 676081 w 6096775"/>
              <a:gd name="connsiteY6" fmla="*/ 0 h 2270668"/>
              <a:gd name="connsiteX0" fmla="*/ 0 w 6096775"/>
              <a:gd name="connsiteY0" fmla="*/ 1689553 h 2276293"/>
              <a:gd name="connsiteX1" fmla="*/ 0 w 6096775"/>
              <a:gd name="connsiteY1" fmla="*/ 1897848 h 2276293"/>
              <a:gd name="connsiteX2" fmla="*/ 378445 w 6096775"/>
              <a:gd name="connsiteY2" fmla="*/ 2276293 h 2276293"/>
              <a:gd name="connsiteX3" fmla="*/ 6096775 w 6096775"/>
              <a:gd name="connsiteY3" fmla="*/ 2276293 h 2276293"/>
              <a:gd name="connsiteX4" fmla="*/ 6096775 w 6096775"/>
              <a:gd name="connsiteY4" fmla="*/ 384069 h 2276293"/>
              <a:gd name="connsiteX5" fmla="*/ 5718331 w 6096775"/>
              <a:gd name="connsiteY5" fmla="*/ 5624 h 2276293"/>
              <a:gd name="connsiteX6" fmla="*/ 1278168 w 6096775"/>
              <a:gd name="connsiteY6" fmla="*/ 0 h 2276293"/>
              <a:gd name="connsiteX0" fmla="*/ 0 w 6096775"/>
              <a:gd name="connsiteY0" fmla="*/ 1689553 h 2276293"/>
              <a:gd name="connsiteX1" fmla="*/ 0 w 6096775"/>
              <a:gd name="connsiteY1" fmla="*/ 1897848 h 2276293"/>
              <a:gd name="connsiteX2" fmla="*/ 378445 w 6096775"/>
              <a:gd name="connsiteY2" fmla="*/ 2276293 h 2276293"/>
              <a:gd name="connsiteX3" fmla="*/ 6096775 w 6096775"/>
              <a:gd name="connsiteY3" fmla="*/ 2276293 h 2276293"/>
              <a:gd name="connsiteX4" fmla="*/ 6096775 w 6096775"/>
              <a:gd name="connsiteY4" fmla="*/ 339084 h 2276293"/>
              <a:gd name="connsiteX5" fmla="*/ 5718331 w 6096775"/>
              <a:gd name="connsiteY5" fmla="*/ 5624 h 2276293"/>
              <a:gd name="connsiteX6" fmla="*/ 1278168 w 6096775"/>
              <a:gd name="connsiteY6" fmla="*/ 0 h 2276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775" h="2276293">
                <a:moveTo>
                  <a:pt x="0" y="1689553"/>
                </a:moveTo>
                <a:lnTo>
                  <a:pt x="0" y="1897848"/>
                </a:lnTo>
                <a:lnTo>
                  <a:pt x="378445" y="2276293"/>
                </a:lnTo>
                <a:lnTo>
                  <a:pt x="6096775" y="2276293"/>
                </a:lnTo>
                <a:lnTo>
                  <a:pt x="6096775" y="339084"/>
                </a:lnTo>
                <a:lnTo>
                  <a:pt x="5718331" y="5624"/>
                </a:lnTo>
                <a:lnTo>
                  <a:pt x="1278168" y="0"/>
                </a:lnTo>
              </a:path>
            </a:pathLst>
          </a:custGeom>
          <a:noFill/>
          <a:ln w="22225" cap="flat">
            <a:solidFill>
              <a:schemeClr val="accent1"/>
            </a:solidFill>
            <a:prstDash val="solid"/>
            <a:miter/>
          </a:ln>
        </p:spPr>
        <p:txBody>
          <a:bodyPr rtlCol="0" anchor="ctr"/>
          <a:lstStyle/>
          <a:p>
            <a:endParaRPr lang="en-CR" sz="3359"/>
          </a:p>
        </p:txBody>
      </p:sp>
      <p:cxnSp>
        <p:nvCxnSpPr>
          <p:cNvPr id="38" name="Straight Connector 37">
            <a:extLst>
              <a:ext uri="{FF2B5EF4-FFF2-40B4-BE49-F238E27FC236}">
                <a16:creationId xmlns:a16="http://schemas.microsoft.com/office/drawing/2014/main" id="{2BCE2D35-5EC4-4247-A92F-CFC2CA4EC2C0}"/>
              </a:ext>
            </a:extLst>
          </p:cNvPr>
          <p:cNvCxnSpPr>
            <a:cxnSpLocks/>
          </p:cNvCxnSpPr>
          <p:nvPr/>
        </p:nvCxnSpPr>
        <p:spPr>
          <a:xfrm flipV="1">
            <a:off x="7731913" y="9246359"/>
            <a:ext cx="0" cy="1875428"/>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0" name="Graphic 39">
            <a:extLst>
              <a:ext uri="{FF2B5EF4-FFF2-40B4-BE49-F238E27FC236}">
                <a16:creationId xmlns:a16="http://schemas.microsoft.com/office/drawing/2014/main" id="{59929592-4DEC-A646-8C14-BC590CF58CAD}"/>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flipH="1">
            <a:off x="7957452" y="10873839"/>
            <a:ext cx="671857" cy="671857"/>
          </a:xfrm>
          <a:prstGeom prst="rect">
            <a:avLst/>
          </a:prstGeom>
        </p:spPr>
      </p:pic>
      <p:cxnSp>
        <p:nvCxnSpPr>
          <p:cNvPr id="42" name="Straight Connector 41">
            <a:extLst>
              <a:ext uri="{FF2B5EF4-FFF2-40B4-BE49-F238E27FC236}">
                <a16:creationId xmlns:a16="http://schemas.microsoft.com/office/drawing/2014/main" id="{15B75FB4-FB02-B246-93C6-C0B3D0304945}"/>
              </a:ext>
            </a:extLst>
          </p:cNvPr>
          <p:cNvCxnSpPr>
            <a:cxnSpLocks/>
          </p:cNvCxnSpPr>
          <p:nvPr/>
        </p:nvCxnSpPr>
        <p:spPr>
          <a:xfrm>
            <a:off x="9236907" y="8782884"/>
            <a:ext cx="843230" cy="92517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4" name="Graphic 43">
            <a:extLst>
              <a:ext uri="{FF2B5EF4-FFF2-40B4-BE49-F238E27FC236}">
                <a16:creationId xmlns:a16="http://schemas.microsoft.com/office/drawing/2014/main" id="{055AE8D6-D8FC-F94D-8CF2-F1E55E79F93D}"/>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rot="5400000" flipH="1">
            <a:off x="7949895" y="8765534"/>
            <a:ext cx="474916" cy="474916"/>
          </a:xfrm>
          <a:prstGeom prst="rect">
            <a:avLst/>
          </a:prstGeom>
        </p:spPr>
      </p:pic>
      <p:pic>
        <p:nvPicPr>
          <p:cNvPr id="5" name="Picture 4" descr="Graphical user interface, text, application&#10;&#10;Description automatically generated">
            <a:extLst>
              <a:ext uri="{FF2B5EF4-FFF2-40B4-BE49-F238E27FC236}">
                <a16:creationId xmlns:a16="http://schemas.microsoft.com/office/drawing/2014/main" id="{5033B0C9-5DFD-4102-8B05-12CFE083D996}"/>
              </a:ext>
            </a:extLst>
          </p:cNvPr>
          <p:cNvPicPr>
            <a:picLocks noChangeAspect="1"/>
          </p:cNvPicPr>
          <p:nvPr/>
        </p:nvPicPr>
        <p:blipFill rotWithShape="1">
          <a:blip r:embed="rId16" cstate="print">
            <a:extLst>
              <a:ext uri="{28A0092B-C50C-407E-A947-70E740481C1C}">
                <a14:useLocalDpi xmlns:a14="http://schemas.microsoft.com/office/drawing/2010/main"/>
              </a:ext>
            </a:extLst>
          </a:blip>
          <a:srcRect l="-27088" t="-1532" r="-1"/>
          <a:stretch/>
        </p:blipFill>
        <p:spPr>
          <a:xfrm>
            <a:off x="5527896" y="3222300"/>
            <a:ext cx="3943175" cy="1153167"/>
          </a:xfrm>
          <a:prstGeom prst="rect">
            <a:avLst/>
          </a:prstGeom>
          <a:ln>
            <a:noFill/>
          </a:ln>
        </p:spPr>
      </p:pic>
      <p:pic>
        <p:nvPicPr>
          <p:cNvPr id="3" name="Picture 2">
            <a:extLst>
              <a:ext uri="{FF2B5EF4-FFF2-40B4-BE49-F238E27FC236}">
                <a16:creationId xmlns:a16="http://schemas.microsoft.com/office/drawing/2014/main" id="{8EDC82F5-D67D-B892-5B75-69D256706764}"/>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477648" y="4126578"/>
            <a:ext cx="1755532" cy="321088"/>
          </a:xfrm>
          <a:prstGeom prst="rect">
            <a:avLst/>
          </a:prstGeom>
        </p:spPr>
      </p:pic>
      <p:pic>
        <p:nvPicPr>
          <p:cNvPr id="7" name="Graphic 6">
            <a:extLst>
              <a:ext uri="{FF2B5EF4-FFF2-40B4-BE49-F238E27FC236}">
                <a16:creationId xmlns:a16="http://schemas.microsoft.com/office/drawing/2014/main" id="{0FCD7438-E3CD-B644-EBC2-95D930B7DFE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05443" y="2872235"/>
            <a:ext cx="2497428" cy="1460085"/>
          </a:xfrm>
          <a:prstGeom prst="rect">
            <a:avLst/>
          </a:prstGeom>
        </p:spPr>
      </p:pic>
      <p:pic>
        <p:nvPicPr>
          <p:cNvPr id="1026" name="Picture 2" descr="Digitechold logó">
            <a:extLst>
              <a:ext uri="{FF2B5EF4-FFF2-40B4-BE49-F238E27FC236}">
                <a16:creationId xmlns:a16="http://schemas.microsoft.com/office/drawing/2014/main" id="{13D553CD-462B-8A00-25BF-C5D5E3AB7C53}"/>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405443" y="9369332"/>
            <a:ext cx="2217140" cy="512643"/>
          </a:xfrm>
          <a:prstGeom prst="rect">
            <a:avLst/>
          </a:prstGeom>
          <a:solidFill>
            <a:schemeClr val="accent4"/>
          </a:solidFill>
        </p:spPr>
      </p:pic>
    </p:spTree>
    <p:extLst>
      <p:ext uri="{BB962C8B-B14F-4D97-AF65-F5344CB8AC3E}">
        <p14:creationId xmlns:p14="http://schemas.microsoft.com/office/powerpoint/2010/main" val="396066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mage">
            <a:extLst>
              <a:ext uri="{FF2B5EF4-FFF2-40B4-BE49-F238E27FC236}">
                <a16:creationId xmlns:a16="http://schemas.microsoft.com/office/drawing/2014/main" id="{7A43ED93-D0CD-2F43-8860-75A2BB54809C}"/>
              </a:ext>
            </a:extLst>
          </p:cNvPr>
          <p:cNvSpPr/>
          <p:nvPr/>
        </p:nvSpPr>
        <p:spPr>
          <a:xfrm>
            <a:off x="5555675" y="7246615"/>
            <a:ext cx="4498085" cy="4581885"/>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R"/>
          </a:p>
        </p:txBody>
      </p:sp>
      <p:pic>
        <p:nvPicPr>
          <p:cNvPr id="28" name="color">
            <a:extLst>
              <a:ext uri="{FF2B5EF4-FFF2-40B4-BE49-F238E27FC236}">
                <a16:creationId xmlns:a16="http://schemas.microsoft.com/office/drawing/2014/main" id="{FECD5009-6B16-4E6A-AD7A-139E4EFD67ED}"/>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8648313" y="10415089"/>
            <a:ext cx="1405448" cy="1405448"/>
          </a:xfrm>
          <a:prstGeom prst="rect">
            <a:avLst/>
          </a:prstGeom>
        </p:spPr>
      </p:pic>
      <p:pic>
        <p:nvPicPr>
          <p:cNvPr id="29" name="white shape">
            <a:extLst>
              <a:ext uri="{FF2B5EF4-FFF2-40B4-BE49-F238E27FC236}">
                <a16:creationId xmlns:a16="http://schemas.microsoft.com/office/drawing/2014/main" id="{AD6F9E13-98D9-4F5C-AAE7-55A23ACD840A}"/>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555675" y="9595062"/>
            <a:ext cx="2171535" cy="2049582"/>
          </a:xfrm>
          <a:prstGeom prst="rect">
            <a:avLst/>
          </a:prstGeom>
        </p:spPr>
      </p:pic>
      <p:pic>
        <p:nvPicPr>
          <p:cNvPr id="30" name="mask2">
            <a:extLst>
              <a:ext uri="{FF2B5EF4-FFF2-40B4-BE49-F238E27FC236}">
                <a16:creationId xmlns:a16="http://schemas.microsoft.com/office/drawing/2014/main" id="{72C2C89A-A00A-4ECB-BBB7-1BCC208C221C}"/>
              </a:ext>
            </a:extLst>
          </p:cNvPr>
          <p:cNvPicPr>
            <a:picLocks noChangeAspect="1"/>
          </p:cNvPicPr>
          <p:nvPr/>
        </p:nvPicPr>
        <p:blipFill>
          <a:blip r:embed="rId8"/>
          <a:stretch>
            <a:fillRect/>
          </a:stretch>
        </p:blipFill>
        <p:spPr>
          <a:xfrm>
            <a:off x="1876" y="-1"/>
            <a:ext cx="10056524" cy="13014325"/>
          </a:xfrm>
          <a:prstGeom prst="rect">
            <a:avLst/>
          </a:prstGeom>
        </p:spPr>
      </p:pic>
      <p:sp>
        <p:nvSpPr>
          <p:cNvPr id="32" name="Title 3">
            <a:extLst>
              <a:ext uri="{FF2B5EF4-FFF2-40B4-BE49-F238E27FC236}">
                <a16:creationId xmlns:a16="http://schemas.microsoft.com/office/drawing/2014/main" id="{D53B0392-83A1-4844-A087-6F13261A5C26}"/>
              </a:ext>
            </a:extLst>
          </p:cNvPr>
          <p:cNvSpPr txBox="1">
            <a:spLocks/>
          </p:cNvSpPr>
          <p:nvPr/>
        </p:nvSpPr>
        <p:spPr>
          <a:xfrm>
            <a:off x="476250" y="503238"/>
            <a:ext cx="9085263" cy="577081"/>
          </a:xfrm>
          <a:prstGeom prst="rect">
            <a:avLst/>
          </a:prstGeom>
        </p:spPr>
        <p:txBody>
          <a:bodyPr vert="horz" wrap="square" lIns="91440" tIns="45720" rIns="91440" bIns="45720" rtlCol="0" anchor="t" anchorCtr="0">
            <a:spAutoFit/>
          </a:bodyPr>
          <a:lst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a:lstStyle>
          <a:p>
            <a:r>
              <a:rPr lang="en-US" sz="3500" dirty="0">
                <a:solidFill>
                  <a:schemeClr val="accent2"/>
                </a:solidFill>
                <a:latin typeface="Segoe UI Semibold"/>
                <a:cs typeface="Segoe UI Semibold"/>
              </a:rPr>
              <a:t>Digital Technologies &amp; </a:t>
            </a:r>
            <a:r>
              <a:rPr lang="en-US" sz="3500" dirty="0" err="1">
                <a:solidFill>
                  <a:schemeClr val="accent2"/>
                </a:solidFill>
                <a:latin typeface="Segoe UI Semibold"/>
                <a:cs typeface="Segoe UI Semibold"/>
              </a:rPr>
              <a:t>ConfigCobra</a:t>
            </a:r>
            <a:endParaRPr lang="en-US" dirty="0" err="1">
              <a:solidFill>
                <a:schemeClr val="accent2"/>
              </a:solidFill>
            </a:endParaRPr>
          </a:p>
        </p:txBody>
      </p:sp>
      <p:cxnSp>
        <p:nvCxnSpPr>
          <p:cNvPr id="44" name="Straight Connector 43">
            <a:extLst>
              <a:ext uri="{FF2B5EF4-FFF2-40B4-BE49-F238E27FC236}">
                <a16:creationId xmlns:a16="http://schemas.microsoft.com/office/drawing/2014/main" id="{CAAA991B-5287-4D03-BC76-07279C8B327B}"/>
              </a:ext>
            </a:extLst>
          </p:cNvPr>
          <p:cNvCxnSpPr>
            <a:cxnSpLocks/>
          </p:cNvCxnSpPr>
          <p:nvPr/>
        </p:nvCxnSpPr>
        <p:spPr>
          <a:xfrm flipV="1">
            <a:off x="5982607" y="1955414"/>
            <a:ext cx="0" cy="1690382"/>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0EFC7E2-D218-476E-9AEB-71F800B411AB}"/>
              </a:ext>
            </a:extLst>
          </p:cNvPr>
          <p:cNvCxnSpPr>
            <a:cxnSpLocks/>
          </p:cNvCxnSpPr>
          <p:nvPr/>
        </p:nvCxnSpPr>
        <p:spPr>
          <a:xfrm flipV="1">
            <a:off x="5982607" y="3645800"/>
            <a:ext cx="0" cy="1731415"/>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42D08002-F015-4271-BB87-1EEA5DB26770}"/>
              </a:ext>
            </a:extLst>
          </p:cNvPr>
          <p:cNvCxnSpPr>
            <a:cxnSpLocks/>
          </p:cNvCxnSpPr>
          <p:nvPr/>
        </p:nvCxnSpPr>
        <p:spPr>
          <a:xfrm flipV="1">
            <a:off x="5982607" y="5377212"/>
            <a:ext cx="0" cy="1601444"/>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709A94F-59B6-4EB2-A1CF-B40AEC9CB235}"/>
              </a:ext>
            </a:extLst>
          </p:cNvPr>
          <p:cNvCxnSpPr>
            <a:cxnSpLocks/>
          </p:cNvCxnSpPr>
          <p:nvPr/>
        </p:nvCxnSpPr>
        <p:spPr>
          <a:xfrm>
            <a:off x="7481697" y="7278169"/>
            <a:ext cx="2596039" cy="259644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9" name="Graphic 48">
            <a:extLst>
              <a:ext uri="{FF2B5EF4-FFF2-40B4-BE49-F238E27FC236}">
                <a16:creationId xmlns:a16="http://schemas.microsoft.com/office/drawing/2014/main" id="{04B1015D-8A4E-438F-86B7-339E45A1776C}"/>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066456" y="7578713"/>
            <a:ext cx="991006" cy="1740723"/>
          </a:xfrm>
          <a:prstGeom prst="rect">
            <a:avLst/>
          </a:prstGeom>
        </p:spPr>
      </p:pic>
      <p:cxnSp>
        <p:nvCxnSpPr>
          <p:cNvPr id="50" name="Straight Connector 49">
            <a:extLst>
              <a:ext uri="{FF2B5EF4-FFF2-40B4-BE49-F238E27FC236}">
                <a16:creationId xmlns:a16="http://schemas.microsoft.com/office/drawing/2014/main" id="{2CFF68CA-6FEA-4F0E-B29C-4930DA15A554}"/>
              </a:ext>
            </a:extLst>
          </p:cNvPr>
          <p:cNvCxnSpPr>
            <a:cxnSpLocks/>
          </p:cNvCxnSpPr>
          <p:nvPr/>
        </p:nvCxnSpPr>
        <p:spPr>
          <a:xfrm flipH="1">
            <a:off x="7865453" y="10710632"/>
            <a:ext cx="2212283" cy="232209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1" name="Graphic 50">
            <a:extLst>
              <a:ext uri="{FF2B5EF4-FFF2-40B4-BE49-F238E27FC236}">
                <a16:creationId xmlns:a16="http://schemas.microsoft.com/office/drawing/2014/main" id="{32CAC7B1-B162-4474-BD0A-AA1CA80EDA39}"/>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190091" y="11273606"/>
            <a:ext cx="867371" cy="1740723"/>
          </a:xfrm>
          <a:prstGeom prst="rect">
            <a:avLst/>
          </a:prstGeom>
        </p:spPr>
      </p:pic>
      <p:sp>
        <p:nvSpPr>
          <p:cNvPr id="54" name="title1">
            <a:extLst>
              <a:ext uri="{FF2B5EF4-FFF2-40B4-BE49-F238E27FC236}">
                <a16:creationId xmlns:a16="http://schemas.microsoft.com/office/drawing/2014/main" id="{D7011943-306C-0B4B-A4D7-C848F8F27512}"/>
              </a:ext>
            </a:extLst>
          </p:cNvPr>
          <p:cNvSpPr txBox="1">
            <a:spLocks/>
          </p:cNvSpPr>
          <p:nvPr/>
        </p:nvSpPr>
        <p:spPr>
          <a:xfrm>
            <a:off x="557214" y="1915550"/>
            <a:ext cx="4998462" cy="3172486"/>
          </a:xfrm>
          <a:prstGeom prst="rect">
            <a:avLst/>
          </a:prstGeom>
          <a:noFill/>
        </p:spPr>
        <p:txBody>
          <a:bodyPr vert="horz" lIns="118312" tIns="59156" rIns="118312" bIns="59156" rtlCol="0" anchor="t" anchorCtr="0">
            <a:noAutofit/>
          </a:bodyPr>
          <a:lstStyle>
            <a:lvl1pPr marL="0" indent="0" algn="l" defTabSz="777240" rtl="0" eaLnBrk="1" latinLnBrk="0" hangingPunct="1">
              <a:lnSpc>
                <a:spcPct val="120000"/>
              </a:lnSpc>
              <a:spcBef>
                <a:spcPts val="850"/>
              </a:spcBef>
              <a:buFont typeface="Arial" panose="020B0604020202020204" pitchFamily="34" charset="0"/>
              <a:buNone/>
              <a:defRPr sz="1400" b="1" i="0" kern="1200">
                <a:solidFill>
                  <a:schemeClr val="tx2"/>
                </a:solidFill>
                <a:latin typeface="Arial" pitchFamily="2" charset="77"/>
                <a:ea typeface="+mn-ea"/>
                <a:cs typeface="+mn-cs"/>
              </a:defRPr>
            </a:lvl1pPr>
            <a:lvl2pPr marL="388620" indent="0" algn="l" defTabSz="777240" rtl="0" eaLnBrk="1" latinLnBrk="0" hangingPunct="1">
              <a:lnSpc>
                <a:spcPct val="120000"/>
              </a:lnSpc>
              <a:spcBef>
                <a:spcPts val="425"/>
              </a:spcBef>
              <a:buFont typeface="Arial" panose="020B0604020202020204" pitchFamily="34" charset="0"/>
              <a:buNone/>
              <a:defRPr sz="2040" b="0" i="0" kern="1200">
                <a:solidFill>
                  <a:schemeClr val="tx2"/>
                </a:solidFill>
                <a:latin typeface="Montserrat ExtraLight" pitchFamily="2" charset="77"/>
                <a:ea typeface="+mn-ea"/>
                <a:cs typeface="+mn-cs"/>
              </a:defRPr>
            </a:lvl2pPr>
            <a:lvl3pPr marL="777240" indent="0" algn="l" defTabSz="777240" rtl="0" eaLnBrk="1" latinLnBrk="0" hangingPunct="1">
              <a:lnSpc>
                <a:spcPct val="120000"/>
              </a:lnSpc>
              <a:spcBef>
                <a:spcPts val="425"/>
              </a:spcBef>
              <a:buFont typeface="Arial" panose="020B0604020202020204" pitchFamily="34" charset="0"/>
              <a:buNone/>
              <a:defRPr sz="1700" b="0" i="0" kern="1200">
                <a:solidFill>
                  <a:schemeClr val="tx2"/>
                </a:solidFill>
                <a:latin typeface="Montserrat ExtraLight" pitchFamily="2" charset="77"/>
                <a:ea typeface="+mn-ea"/>
                <a:cs typeface="+mn-cs"/>
              </a:defRPr>
            </a:lvl3pPr>
            <a:lvl4pPr marL="1165860" indent="0" algn="l" defTabSz="777240" rtl="0" eaLnBrk="1" latinLnBrk="0" hangingPunct="1">
              <a:lnSpc>
                <a:spcPct val="120000"/>
              </a:lnSpc>
              <a:spcBef>
                <a:spcPts val="425"/>
              </a:spcBef>
              <a:buFont typeface="Arial" panose="020B0604020202020204" pitchFamily="34" charset="0"/>
              <a:buNone/>
              <a:defRPr sz="1530" b="0" i="0" kern="1200">
                <a:solidFill>
                  <a:schemeClr val="tx2"/>
                </a:solidFill>
                <a:latin typeface="Montserrat ExtraLight" pitchFamily="2" charset="77"/>
                <a:ea typeface="+mn-ea"/>
                <a:cs typeface="+mn-cs"/>
              </a:defRPr>
            </a:lvl4pPr>
            <a:lvl5pPr marL="1554480" indent="0" algn="l" defTabSz="777240" rtl="0" eaLnBrk="1" latinLnBrk="0" hangingPunct="1">
              <a:lnSpc>
                <a:spcPct val="120000"/>
              </a:lnSpc>
              <a:spcBef>
                <a:spcPts val="425"/>
              </a:spcBef>
              <a:buFont typeface="Arial" panose="020B0604020202020204" pitchFamily="34" charset="0"/>
              <a:buNone/>
              <a:defRPr sz="1530" b="0" i="0" kern="1200">
                <a:solidFill>
                  <a:schemeClr val="tx2"/>
                </a:solidFill>
                <a:latin typeface="Montserrat ExtraLight" pitchFamily="2" charset="77"/>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r>
              <a:rPr lang="en-US" sz="1811" dirty="0">
                <a:solidFill>
                  <a:schemeClr val="accent2"/>
                </a:solidFill>
                <a:latin typeface="Segoe UI Semibold" panose="020B0502040204020203" pitchFamily="34" charset="0"/>
                <a:cs typeface="Segoe UI Semibold" panose="020B0502040204020203" pitchFamily="34" charset="0"/>
              </a:rPr>
              <a:t>Customer challenges</a:t>
            </a:r>
            <a:br>
              <a:rPr lang="en-US" sz="1811" dirty="0">
                <a:solidFill>
                  <a:srgbClr val="303D48"/>
                </a:solidFill>
                <a:latin typeface="Segoe UI Semibold" panose="020B0502040204020203" pitchFamily="34" charset="0"/>
                <a:cs typeface="Segoe UI Semibold" panose="020B0502040204020203" pitchFamily="34" charset="0"/>
              </a:rPr>
            </a:br>
            <a:r>
              <a:rPr lang="en-US" sz="1360" b="0" dirty="0">
                <a:solidFill>
                  <a:schemeClr val="accent3"/>
                </a:solidFill>
                <a:latin typeface="Segoe UI" panose="020B0502040204020203" pitchFamily="34" charset="0"/>
                <a:cs typeface="Segoe UI" panose="020B0502040204020203" pitchFamily="34" charset="0"/>
              </a:rPr>
              <a:t>A fast-growing team delivering scalable data center solutions relies heavily on Microsoft Azure and Microsoft 365 to collaborate and operate securely. As their environment expanded, manual security and compliance reviews became too slow and inconsistent, and configuration drift increased risk over time. They needed a repeatable way to continuously validate Microsoft 365 settings against recognized security best practices, quickly identify gaps, and remediate issues without slowing delivery. Their goals were improved day-to-day security, continuous CIS-aligned compliance visibility, and audit-ready reporting backed by clear evidence.</a:t>
            </a:r>
          </a:p>
        </p:txBody>
      </p:sp>
      <p:sp>
        <p:nvSpPr>
          <p:cNvPr id="55" name="title1">
            <a:extLst>
              <a:ext uri="{FF2B5EF4-FFF2-40B4-BE49-F238E27FC236}">
                <a16:creationId xmlns:a16="http://schemas.microsoft.com/office/drawing/2014/main" id="{2A897882-BAFD-0C45-A012-CF983615FECA}"/>
              </a:ext>
            </a:extLst>
          </p:cNvPr>
          <p:cNvSpPr txBox="1">
            <a:spLocks/>
          </p:cNvSpPr>
          <p:nvPr/>
        </p:nvSpPr>
        <p:spPr>
          <a:xfrm>
            <a:off x="545684" y="8076743"/>
            <a:ext cx="4620585" cy="3096887"/>
          </a:xfrm>
          <a:prstGeom prst="rect">
            <a:avLst/>
          </a:prstGeom>
          <a:noFill/>
        </p:spPr>
        <p:txBody>
          <a:bodyPr vert="horz" lIns="118312" tIns="59156" rIns="118312" bIns="59156" rtlCol="0" anchor="t" anchorCtr="0">
            <a:noAutofit/>
          </a:bodyPr>
          <a:lstStyle>
            <a:lvl1pPr marL="0" indent="0" algn="l" defTabSz="777240" rtl="0" eaLnBrk="1" latinLnBrk="0" hangingPunct="1">
              <a:lnSpc>
                <a:spcPct val="120000"/>
              </a:lnSpc>
              <a:spcBef>
                <a:spcPts val="850"/>
              </a:spcBef>
              <a:buFont typeface="Arial" panose="020B0604020202020204" pitchFamily="34" charset="0"/>
              <a:buNone/>
              <a:defRPr sz="1400" b="1" i="0" kern="1200">
                <a:solidFill>
                  <a:schemeClr val="tx2"/>
                </a:solidFill>
                <a:latin typeface="Arial" pitchFamily="2" charset="77"/>
                <a:ea typeface="+mn-ea"/>
                <a:cs typeface="+mn-cs"/>
              </a:defRPr>
            </a:lvl1pPr>
            <a:lvl2pPr marL="388620" indent="0" algn="l" defTabSz="777240" rtl="0" eaLnBrk="1" latinLnBrk="0" hangingPunct="1">
              <a:lnSpc>
                <a:spcPct val="120000"/>
              </a:lnSpc>
              <a:spcBef>
                <a:spcPts val="425"/>
              </a:spcBef>
              <a:buFont typeface="Arial" panose="020B0604020202020204" pitchFamily="34" charset="0"/>
              <a:buNone/>
              <a:defRPr sz="2040" b="0" i="0" kern="1200">
                <a:solidFill>
                  <a:schemeClr val="tx2"/>
                </a:solidFill>
                <a:latin typeface="Montserrat ExtraLight" pitchFamily="2" charset="77"/>
                <a:ea typeface="+mn-ea"/>
                <a:cs typeface="+mn-cs"/>
              </a:defRPr>
            </a:lvl2pPr>
            <a:lvl3pPr marL="777240" indent="0" algn="l" defTabSz="777240" rtl="0" eaLnBrk="1" latinLnBrk="0" hangingPunct="1">
              <a:lnSpc>
                <a:spcPct val="120000"/>
              </a:lnSpc>
              <a:spcBef>
                <a:spcPts val="425"/>
              </a:spcBef>
              <a:buFont typeface="Arial" panose="020B0604020202020204" pitchFamily="34" charset="0"/>
              <a:buNone/>
              <a:defRPr sz="1700" b="0" i="0" kern="1200">
                <a:solidFill>
                  <a:schemeClr val="tx2"/>
                </a:solidFill>
                <a:latin typeface="Montserrat ExtraLight" pitchFamily="2" charset="77"/>
                <a:ea typeface="+mn-ea"/>
                <a:cs typeface="+mn-cs"/>
              </a:defRPr>
            </a:lvl3pPr>
            <a:lvl4pPr marL="1165860" indent="0" algn="l" defTabSz="777240" rtl="0" eaLnBrk="1" latinLnBrk="0" hangingPunct="1">
              <a:lnSpc>
                <a:spcPct val="120000"/>
              </a:lnSpc>
              <a:spcBef>
                <a:spcPts val="425"/>
              </a:spcBef>
              <a:buFont typeface="Arial" panose="020B0604020202020204" pitchFamily="34" charset="0"/>
              <a:buNone/>
              <a:defRPr sz="1530" b="0" i="0" kern="1200">
                <a:solidFill>
                  <a:schemeClr val="tx2"/>
                </a:solidFill>
                <a:latin typeface="Montserrat ExtraLight" pitchFamily="2" charset="77"/>
                <a:ea typeface="+mn-ea"/>
                <a:cs typeface="+mn-cs"/>
              </a:defRPr>
            </a:lvl4pPr>
            <a:lvl5pPr marL="1554480" indent="0" algn="l" defTabSz="777240" rtl="0" eaLnBrk="1" latinLnBrk="0" hangingPunct="1">
              <a:lnSpc>
                <a:spcPct val="120000"/>
              </a:lnSpc>
              <a:spcBef>
                <a:spcPts val="425"/>
              </a:spcBef>
              <a:buFont typeface="Arial" panose="020B0604020202020204" pitchFamily="34" charset="0"/>
              <a:buNone/>
              <a:defRPr sz="1530" b="0" i="0" kern="1200">
                <a:solidFill>
                  <a:schemeClr val="tx2"/>
                </a:solidFill>
                <a:latin typeface="Montserrat ExtraLight" pitchFamily="2" charset="77"/>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r>
              <a:rPr lang="en-US" sz="1810" dirty="0">
                <a:solidFill>
                  <a:schemeClr val="accent2"/>
                </a:solidFill>
                <a:latin typeface="Segoe UI Semibold" panose="020B0502040204020203" pitchFamily="34" charset="0"/>
                <a:cs typeface="Segoe UI Semibold" panose="020B0502040204020203" pitchFamily="34" charset="0"/>
              </a:rPr>
              <a:t>Customer benefits</a:t>
            </a:r>
            <a:br>
              <a:rPr lang="en-US" sz="1600" dirty="0">
                <a:solidFill>
                  <a:srgbClr val="303D48"/>
                </a:solidFill>
                <a:latin typeface="Segoe UI Semibold" panose="020B0502040204020203" pitchFamily="34" charset="0"/>
                <a:cs typeface="Segoe UI Semibold" panose="020B0502040204020203" pitchFamily="34" charset="0"/>
              </a:rPr>
            </a:br>
            <a:r>
              <a:rPr lang="en-US" sz="1360" b="0" dirty="0">
                <a:solidFill>
                  <a:schemeClr val="accent3"/>
                </a:solidFill>
                <a:latin typeface="Segoe UI" panose="020B0502040204020203" pitchFamily="34" charset="0"/>
                <a:cs typeface="Segoe UI" panose="020B0502040204020203" pitchFamily="34" charset="0"/>
              </a:rPr>
              <a:t>With </a:t>
            </a:r>
            <a:r>
              <a:rPr lang="en-US" sz="1360" b="0" dirty="0" err="1">
                <a:solidFill>
                  <a:schemeClr val="accent3"/>
                </a:solidFill>
                <a:latin typeface="Segoe UI" panose="020B0502040204020203" pitchFamily="34" charset="0"/>
                <a:cs typeface="Segoe UI" panose="020B0502040204020203" pitchFamily="34" charset="0"/>
              </a:rPr>
              <a:t>ConfigCobra</a:t>
            </a:r>
            <a:r>
              <a:rPr lang="en-US" sz="1360" b="0" dirty="0">
                <a:solidFill>
                  <a:schemeClr val="accent3"/>
                </a:solidFill>
                <a:latin typeface="Segoe UI" panose="020B0502040204020203" pitchFamily="34" charset="0"/>
                <a:cs typeface="Segoe UI" panose="020B0502040204020203" pitchFamily="34" charset="0"/>
              </a:rPr>
              <a:t> + Microsoft 365 (Entra ID and Microsoft Graph), the team cut compliance review time from days to ~25 minutes per run and automated weekly checks. They now spot configuration drift early, remediate faster, and generate CIS-certified PDF evidence on demand. “We moved from manual spot-checks to continuous visibility in Microsoft 365,” the partner said.</a:t>
            </a:r>
          </a:p>
        </p:txBody>
      </p:sp>
      <p:sp>
        <p:nvSpPr>
          <p:cNvPr id="57" name="Text Placeholder 21">
            <a:extLst>
              <a:ext uri="{FF2B5EF4-FFF2-40B4-BE49-F238E27FC236}">
                <a16:creationId xmlns:a16="http://schemas.microsoft.com/office/drawing/2014/main" id="{380C7172-6CF3-084B-93A5-2647A2914AC9}"/>
              </a:ext>
            </a:extLst>
          </p:cNvPr>
          <p:cNvSpPr>
            <a:spLocks noGrp="1"/>
          </p:cNvSpPr>
          <p:nvPr/>
        </p:nvSpPr>
        <p:spPr>
          <a:xfrm>
            <a:off x="6705596" y="2098883"/>
            <a:ext cx="2890834" cy="4503424"/>
          </a:xfrm>
          <a:prstGeom prst="rect">
            <a:avLst/>
          </a:prstGeom>
        </p:spPr>
        <p:txBody>
          <a:bodyPr vert="horz" wrap="square" lIns="0" tIns="59156" rIns="118312" bIns="59156" rtlCol="0">
            <a:spAutoFit/>
          </a:bodyPr>
          <a:lstStyle>
            <a:lvl1pPr marL="0" marR="0" indent="0" algn="l" defTabSz="1018824" rtl="0" eaLnBrk="1" fontAlgn="auto" latinLnBrk="0" hangingPunct="1">
              <a:lnSpc>
                <a:spcPct val="110000"/>
              </a:lnSpc>
              <a:spcBef>
                <a:spcPts val="0"/>
              </a:spcBef>
              <a:spcAft>
                <a:spcPts val="0"/>
              </a:spcAft>
              <a:buClrTx/>
              <a:buSzTx/>
              <a:buFontTx/>
              <a:buNone/>
              <a:tabLst/>
              <a:defRPr sz="900" b="0" i="0" kern="1200">
                <a:solidFill>
                  <a:schemeClr val="bg1"/>
                </a:solidFill>
                <a:latin typeface="Arial" pitchFamily="2" charset="77"/>
                <a:ea typeface="+mn-ea"/>
                <a:cs typeface="+mn-cs"/>
              </a:defRPr>
            </a:lvl1pPr>
            <a:lvl2pPr marL="582930" indent="-194310" algn="l" defTabSz="777240" rtl="0" eaLnBrk="1" latinLnBrk="0" hangingPunct="1">
              <a:lnSpc>
                <a:spcPct val="120000"/>
              </a:lnSpc>
              <a:spcBef>
                <a:spcPts val="425"/>
              </a:spcBef>
              <a:buFont typeface="Arial" panose="020B0604020202020204" pitchFamily="34" charset="0"/>
              <a:buChar char="•"/>
              <a:defRPr sz="1200" b="0" i="0" kern="1200">
                <a:solidFill>
                  <a:schemeClr val="tx2"/>
                </a:solidFill>
                <a:latin typeface="Montserrat ExtraLight" pitchFamily="2" charset="77"/>
                <a:ea typeface="+mn-ea"/>
                <a:cs typeface="+mn-cs"/>
              </a:defRPr>
            </a:lvl2pPr>
            <a:lvl3pPr marL="971550" indent="-194310" algn="l" defTabSz="777240" rtl="0" eaLnBrk="1" latinLnBrk="0" hangingPunct="1">
              <a:lnSpc>
                <a:spcPct val="120000"/>
              </a:lnSpc>
              <a:spcBef>
                <a:spcPts val="425"/>
              </a:spcBef>
              <a:buFont typeface="Arial" panose="020B0604020202020204" pitchFamily="34" charset="0"/>
              <a:buChar char="•"/>
              <a:defRPr sz="1200" b="0" i="0" kern="1200">
                <a:solidFill>
                  <a:schemeClr val="tx2"/>
                </a:solidFill>
                <a:latin typeface="Montserrat ExtraLight" pitchFamily="2" charset="77"/>
                <a:ea typeface="+mn-ea"/>
                <a:cs typeface="+mn-cs"/>
              </a:defRPr>
            </a:lvl3pPr>
            <a:lvl4pPr marL="1360170" indent="-194310" algn="l" defTabSz="777240" rtl="0" eaLnBrk="1" latinLnBrk="0" hangingPunct="1">
              <a:lnSpc>
                <a:spcPct val="120000"/>
              </a:lnSpc>
              <a:spcBef>
                <a:spcPts val="425"/>
              </a:spcBef>
              <a:buFont typeface="Arial" panose="020B0604020202020204" pitchFamily="34" charset="0"/>
              <a:buChar char="•"/>
              <a:defRPr sz="1200" b="0" i="0" kern="1200">
                <a:solidFill>
                  <a:schemeClr val="tx2"/>
                </a:solidFill>
                <a:latin typeface="Montserrat ExtraLight" pitchFamily="2" charset="77"/>
                <a:ea typeface="+mn-ea"/>
                <a:cs typeface="+mn-cs"/>
              </a:defRPr>
            </a:lvl4pPr>
            <a:lvl5pPr marL="1748790" indent="-194310" algn="l" defTabSz="777240" rtl="0" eaLnBrk="1" latinLnBrk="0" hangingPunct="1">
              <a:lnSpc>
                <a:spcPct val="120000"/>
              </a:lnSpc>
              <a:spcBef>
                <a:spcPts val="425"/>
              </a:spcBef>
              <a:buFont typeface="Arial" panose="020B0604020202020204" pitchFamily="34" charset="0"/>
              <a:buChar char="•"/>
              <a:defRPr sz="1200" b="0" i="0" kern="1200">
                <a:solidFill>
                  <a:schemeClr val="tx2"/>
                </a:solidFill>
                <a:latin typeface="Montserrat ExtraLight" pitchFamily="2" charset="77"/>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r>
              <a:rPr lang="en-US" sz="1300" dirty="0">
                <a:solidFill>
                  <a:schemeClr val="accent3"/>
                </a:solidFill>
                <a:latin typeface="Segoe UI" panose="020B0502040204020203" pitchFamily="34" charset="0"/>
                <a:cs typeface="Segoe UI" panose="020B0502040204020203" pitchFamily="34" charset="0"/>
              </a:rPr>
              <a:t>Automated CIS M365 Foundations assessments (Level 1/2), with clear remediation guidance for every failed control.</a:t>
            </a:r>
            <a:br>
              <a:rPr lang="en-US" sz="1300" dirty="0">
                <a:solidFill>
                  <a:schemeClr val="accent3"/>
                </a:solidFill>
                <a:latin typeface="Segoe UI" panose="020B0502040204020203" pitchFamily="34" charset="0"/>
                <a:cs typeface="Segoe UI" panose="020B0502040204020203" pitchFamily="34" charset="0"/>
              </a:rPr>
            </a:br>
            <a:endParaRPr lang="en-US" sz="1300" dirty="0">
              <a:solidFill>
                <a:schemeClr val="accent3"/>
              </a:solidFill>
              <a:latin typeface="Segoe UI" panose="020B0502040204020203" pitchFamily="34" charset="0"/>
              <a:cs typeface="Segoe UI" panose="020B0502040204020203" pitchFamily="34" charset="0"/>
            </a:endParaRPr>
          </a:p>
          <a:p>
            <a:br>
              <a:rPr lang="en-US" sz="1300" dirty="0">
                <a:solidFill>
                  <a:schemeClr val="accent3"/>
                </a:solidFill>
                <a:latin typeface="Segoe UI" panose="020B0502040204020203" pitchFamily="34" charset="0"/>
                <a:cs typeface="Segoe UI" panose="020B0502040204020203" pitchFamily="34" charset="0"/>
              </a:rPr>
            </a:br>
            <a:endParaRPr lang="en-US" sz="1300" dirty="0">
              <a:solidFill>
                <a:schemeClr val="accent3"/>
              </a:solidFill>
              <a:latin typeface="Segoe UI" panose="020B0502040204020203" pitchFamily="34" charset="0"/>
              <a:cs typeface="Segoe UI" panose="020B0502040204020203" pitchFamily="34" charset="0"/>
            </a:endParaRPr>
          </a:p>
          <a:p>
            <a:endParaRPr lang="en-US" sz="1300" dirty="0">
              <a:solidFill>
                <a:schemeClr val="accent3"/>
              </a:solidFill>
              <a:latin typeface="Segoe UI" panose="020B0502040204020203" pitchFamily="34" charset="0"/>
              <a:cs typeface="Segoe UI" panose="020B0502040204020203" pitchFamily="34" charset="0"/>
            </a:endParaRPr>
          </a:p>
          <a:p>
            <a:r>
              <a:rPr lang="en-US" sz="1300" dirty="0">
                <a:solidFill>
                  <a:schemeClr val="accent3"/>
                </a:solidFill>
                <a:latin typeface="Segoe UI" panose="020B0502040204020203" pitchFamily="34" charset="0"/>
                <a:cs typeface="Segoe UI" panose="020B0502040204020203" pitchFamily="34" charset="0"/>
              </a:rPr>
              <a:t>Scheduled scans (daily/weekly/monthly) plus notifications, so teams stay continuously informed.</a:t>
            </a:r>
          </a:p>
          <a:p>
            <a:endParaRPr lang="en-US" sz="1300" dirty="0">
              <a:solidFill>
                <a:schemeClr val="accent3"/>
              </a:solidFill>
              <a:latin typeface="Segoe UI" panose="020B0502040204020203" pitchFamily="34" charset="0"/>
              <a:cs typeface="Segoe UI" panose="020B0502040204020203" pitchFamily="34" charset="0"/>
            </a:endParaRPr>
          </a:p>
          <a:p>
            <a:br>
              <a:rPr lang="en-US" sz="1300" dirty="0">
                <a:solidFill>
                  <a:schemeClr val="accent3"/>
                </a:solidFill>
                <a:latin typeface="Segoe UI" panose="020B0502040204020203" pitchFamily="34" charset="0"/>
                <a:cs typeface="Segoe UI" panose="020B0502040204020203" pitchFamily="34" charset="0"/>
              </a:rPr>
            </a:br>
            <a:br>
              <a:rPr lang="en-US" sz="1300" dirty="0">
                <a:solidFill>
                  <a:schemeClr val="accent3"/>
                </a:solidFill>
                <a:latin typeface="Segoe UI" panose="020B0502040204020203" pitchFamily="34" charset="0"/>
                <a:cs typeface="Segoe UI" panose="020B0502040204020203" pitchFamily="34" charset="0"/>
              </a:rPr>
            </a:br>
            <a:br>
              <a:rPr lang="en-US" sz="1300" dirty="0">
                <a:solidFill>
                  <a:schemeClr val="accent3"/>
                </a:solidFill>
                <a:latin typeface="Segoe UI" panose="020B0502040204020203" pitchFamily="34" charset="0"/>
                <a:cs typeface="Segoe UI" panose="020B0502040204020203" pitchFamily="34" charset="0"/>
              </a:rPr>
            </a:br>
            <a:endParaRPr lang="en-US" sz="1300" dirty="0">
              <a:solidFill>
                <a:schemeClr val="accent3"/>
              </a:solidFill>
              <a:latin typeface="Segoe UI" panose="020B0502040204020203" pitchFamily="34" charset="0"/>
              <a:cs typeface="Segoe UI" panose="020B0502040204020203" pitchFamily="34" charset="0"/>
            </a:endParaRPr>
          </a:p>
          <a:p>
            <a:r>
              <a:rPr lang="en-US" sz="1300" dirty="0">
                <a:solidFill>
                  <a:schemeClr val="accent3"/>
                </a:solidFill>
                <a:latin typeface="Segoe UI" panose="020B0502040204020203" pitchFamily="34" charset="0"/>
                <a:cs typeface="Segoe UI" panose="020B0502040204020203" pitchFamily="34" charset="0"/>
              </a:rPr>
              <a:t>CIS-certified, audit-ready PDF reports with evidence, and rule sets to focus on what matters most</a:t>
            </a:r>
          </a:p>
        </p:txBody>
      </p:sp>
      <p:sp>
        <p:nvSpPr>
          <p:cNvPr id="18" name="title1">
            <a:extLst>
              <a:ext uri="{FF2B5EF4-FFF2-40B4-BE49-F238E27FC236}">
                <a16:creationId xmlns:a16="http://schemas.microsoft.com/office/drawing/2014/main" id="{303D2407-9E18-0E43-A294-58E8C876E2E7}"/>
              </a:ext>
            </a:extLst>
          </p:cNvPr>
          <p:cNvSpPr txBox="1">
            <a:spLocks/>
          </p:cNvSpPr>
          <p:nvPr/>
        </p:nvSpPr>
        <p:spPr>
          <a:xfrm>
            <a:off x="557214" y="5160050"/>
            <a:ext cx="4993822" cy="2918803"/>
          </a:xfrm>
          <a:prstGeom prst="rect">
            <a:avLst/>
          </a:prstGeom>
          <a:noFill/>
        </p:spPr>
        <p:txBody>
          <a:bodyPr vert="horz" lIns="118312" tIns="59156" rIns="118312" bIns="59156" rtlCol="0" anchor="t" anchorCtr="0">
            <a:noAutofit/>
          </a:bodyPr>
          <a:lstStyle>
            <a:lvl1pPr marL="0" indent="0" algn="l" defTabSz="777240" rtl="0" eaLnBrk="1" latinLnBrk="0" hangingPunct="1">
              <a:lnSpc>
                <a:spcPct val="120000"/>
              </a:lnSpc>
              <a:spcBef>
                <a:spcPts val="850"/>
              </a:spcBef>
              <a:buFont typeface="Arial" panose="020B0604020202020204" pitchFamily="34" charset="0"/>
              <a:buNone/>
              <a:defRPr sz="1400" b="1" i="0" kern="1200">
                <a:solidFill>
                  <a:schemeClr val="tx2"/>
                </a:solidFill>
                <a:latin typeface="Arial" pitchFamily="2" charset="77"/>
                <a:ea typeface="+mn-ea"/>
                <a:cs typeface="+mn-cs"/>
              </a:defRPr>
            </a:lvl1pPr>
            <a:lvl2pPr marL="388620" indent="0" algn="l" defTabSz="777240" rtl="0" eaLnBrk="1" latinLnBrk="0" hangingPunct="1">
              <a:lnSpc>
                <a:spcPct val="120000"/>
              </a:lnSpc>
              <a:spcBef>
                <a:spcPts val="425"/>
              </a:spcBef>
              <a:buFont typeface="Arial" panose="020B0604020202020204" pitchFamily="34" charset="0"/>
              <a:buNone/>
              <a:defRPr sz="2040" b="0" i="0" kern="1200">
                <a:solidFill>
                  <a:schemeClr val="tx2"/>
                </a:solidFill>
                <a:latin typeface="Montserrat ExtraLight" pitchFamily="2" charset="77"/>
                <a:ea typeface="+mn-ea"/>
                <a:cs typeface="+mn-cs"/>
              </a:defRPr>
            </a:lvl2pPr>
            <a:lvl3pPr marL="777240" indent="0" algn="l" defTabSz="777240" rtl="0" eaLnBrk="1" latinLnBrk="0" hangingPunct="1">
              <a:lnSpc>
                <a:spcPct val="120000"/>
              </a:lnSpc>
              <a:spcBef>
                <a:spcPts val="425"/>
              </a:spcBef>
              <a:buFont typeface="Arial" panose="020B0604020202020204" pitchFamily="34" charset="0"/>
              <a:buNone/>
              <a:defRPr sz="1700" b="0" i="0" kern="1200">
                <a:solidFill>
                  <a:schemeClr val="tx2"/>
                </a:solidFill>
                <a:latin typeface="Montserrat ExtraLight" pitchFamily="2" charset="77"/>
                <a:ea typeface="+mn-ea"/>
                <a:cs typeface="+mn-cs"/>
              </a:defRPr>
            </a:lvl3pPr>
            <a:lvl4pPr marL="1165860" indent="0" algn="l" defTabSz="777240" rtl="0" eaLnBrk="1" latinLnBrk="0" hangingPunct="1">
              <a:lnSpc>
                <a:spcPct val="120000"/>
              </a:lnSpc>
              <a:spcBef>
                <a:spcPts val="425"/>
              </a:spcBef>
              <a:buFont typeface="Arial" panose="020B0604020202020204" pitchFamily="34" charset="0"/>
              <a:buNone/>
              <a:defRPr sz="1530" b="0" i="0" kern="1200">
                <a:solidFill>
                  <a:schemeClr val="tx2"/>
                </a:solidFill>
                <a:latin typeface="Montserrat ExtraLight" pitchFamily="2" charset="77"/>
                <a:ea typeface="+mn-ea"/>
                <a:cs typeface="+mn-cs"/>
              </a:defRPr>
            </a:lvl4pPr>
            <a:lvl5pPr marL="1554480" indent="0" algn="l" defTabSz="777240" rtl="0" eaLnBrk="1" latinLnBrk="0" hangingPunct="1">
              <a:lnSpc>
                <a:spcPct val="120000"/>
              </a:lnSpc>
              <a:spcBef>
                <a:spcPts val="425"/>
              </a:spcBef>
              <a:buFont typeface="Arial" panose="020B0604020202020204" pitchFamily="34" charset="0"/>
              <a:buNone/>
              <a:defRPr sz="1530" b="0" i="0" kern="1200">
                <a:solidFill>
                  <a:schemeClr val="tx2"/>
                </a:solidFill>
                <a:latin typeface="Montserrat ExtraLight" pitchFamily="2" charset="77"/>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r>
              <a:rPr lang="en-US" sz="1810" dirty="0">
                <a:solidFill>
                  <a:schemeClr val="accent2"/>
                </a:solidFill>
                <a:latin typeface="Segoe UI Semibold" panose="020B0502040204020203" pitchFamily="34" charset="0"/>
                <a:cs typeface="Segoe UI Semibold" panose="020B0502040204020203" pitchFamily="34" charset="0"/>
              </a:rPr>
              <a:t>Partner solution</a:t>
            </a:r>
            <a:br>
              <a:rPr lang="en-US" sz="1810" dirty="0">
                <a:solidFill>
                  <a:srgbClr val="303D48"/>
                </a:solidFill>
                <a:latin typeface="Segoe UI Semibold" panose="020B0502040204020203" pitchFamily="34" charset="0"/>
                <a:cs typeface="Segoe UI Semibold" panose="020B0502040204020203" pitchFamily="34" charset="0"/>
              </a:rPr>
            </a:br>
            <a:r>
              <a:rPr lang="en-US" sz="1360" b="0" dirty="0">
                <a:solidFill>
                  <a:schemeClr val="accent3"/>
                </a:solidFill>
                <a:latin typeface="Segoe UI" panose="020B0502040204020203" pitchFamily="34" charset="0"/>
                <a:cs typeface="Segoe UI" panose="020B0502040204020203" pitchFamily="34" charset="0"/>
              </a:rPr>
              <a:t>We deployed </a:t>
            </a:r>
            <a:r>
              <a:rPr lang="en-US" sz="1360" b="0" dirty="0" err="1">
                <a:solidFill>
                  <a:schemeClr val="accent3"/>
                </a:solidFill>
                <a:latin typeface="Segoe UI" panose="020B0502040204020203" pitchFamily="34" charset="0"/>
                <a:cs typeface="Segoe UI" panose="020B0502040204020203" pitchFamily="34" charset="0"/>
              </a:rPr>
              <a:t>ConfigCobra</a:t>
            </a:r>
            <a:r>
              <a:rPr lang="en-US" sz="1360" b="0" dirty="0">
                <a:solidFill>
                  <a:schemeClr val="accent3"/>
                </a:solidFill>
                <a:latin typeface="Segoe UI" panose="020B0502040204020203" pitchFamily="34" charset="0"/>
                <a:cs typeface="Segoe UI" panose="020B0502040204020203" pitchFamily="34" charset="0"/>
              </a:rPr>
              <a:t> by connecting to the customer’s Microsoft 365 tenant via Entra admin consent and Microsoft APIs, then automated CIS M365 Foundations assessments on a schedule. The platform detects configuration drift, flags misconfigurations with clear remediation steps, and generates CIS-certified PDF evidence. Using Microsoft identity and tenant configuration data keeps onboarding simple, access controlled, and results aligned to the live environment.</a:t>
            </a:r>
          </a:p>
        </p:txBody>
      </p:sp>
      <p:grpSp>
        <p:nvGrpSpPr>
          <p:cNvPr id="19" name="Group 18">
            <a:extLst>
              <a:ext uri="{FF2B5EF4-FFF2-40B4-BE49-F238E27FC236}">
                <a16:creationId xmlns:a16="http://schemas.microsoft.com/office/drawing/2014/main" id="{0B094D9A-A286-1D43-A861-91EA9D6D3B7B}"/>
              </a:ext>
            </a:extLst>
          </p:cNvPr>
          <p:cNvGrpSpPr/>
          <p:nvPr/>
        </p:nvGrpSpPr>
        <p:grpSpPr>
          <a:xfrm>
            <a:off x="6207490" y="2368146"/>
            <a:ext cx="273224" cy="273224"/>
            <a:chOff x="7946413" y="283348"/>
            <a:chExt cx="553891" cy="553891"/>
          </a:xfrm>
        </p:grpSpPr>
        <p:sp>
          <p:nvSpPr>
            <p:cNvPr id="20" name="Oval 19">
              <a:extLst>
                <a:ext uri="{FF2B5EF4-FFF2-40B4-BE49-F238E27FC236}">
                  <a16:creationId xmlns:a16="http://schemas.microsoft.com/office/drawing/2014/main" id="{3FED7432-F42F-474D-8C01-E14A5BA6BF79}"/>
                </a:ext>
              </a:extLst>
            </p:cNvPr>
            <p:cNvSpPr/>
            <p:nvPr/>
          </p:nvSpPr>
          <p:spPr>
            <a:xfrm>
              <a:off x="7946413" y="283348"/>
              <a:ext cx="553891" cy="553891"/>
            </a:xfrm>
            <a:prstGeom prst="ellipse">
              <a:avLst/>
            </a:prstGeom>
            <a:solidFill>
              <a:schemeClr val="bg1"/>
            </a:solid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R" sz="3359"/>
            </a:p>
          </p:txBody>
        </p:sp>
        <p:sp>
          <p:nvSpPr>
            <p:cNvPr id="21" name="check 3" title="Icon of a checkmark with a circle around it">
              <a:extLst>
                <a:ext uri="{FF2B5EF4-FFF2-40B4-BE49-F238E27FC236}">
                  <a16:creationId xmlns:a16="http://schemas.microsoft.com/office/drawing/2014/main" id="{737F56FE-BA73-CD4D-A997-C223F4FEA47B}"/>
                </a:ext>
              </a:extLst>
            </p:cNvPr>
            <p:cNvSpPr>
              <a:spLocks noChangeAspect="1" noEditPoints="1"/>
            </p:cNvSpPr>
            <p:nvPr/>
          </p:nvSpPr>
          <p:spPr bwMode="auto">
            <a:xfrm>
              <a:off x="7946413" y="284953"/>
              <a:ext cx="553891" cy="55068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2700" cap="sq">
              <a:solidFill>
                <a:schemeClr val="accent5"/>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18312" tIns="59156" rIns="118312" bIns="59156" numCol="1" anchor="t" anchorCtr="0" compatLnSpc="1">
              <a:prstTxWarp prst="textNoShape">
                <a:avLst/>
              </a:prstTxWarp>
            </a:bodyPr>
            <a:lstStyle/>
            <a:p>
              <a:endParaRPr lang="en-US" sz="3359"/>
            </a:p>
          </p:txBody>
        </p:sp>
      </p:grpSp>
      <p:grpSp>
        <p:nvGrpSpPr>
          <p:cNvPr id="23" name="Group 22">
            <a:extLst>
              <a:ext uri="{FF2B5EF4-FFF2-40B4-BE49-F238E27FC236}">
                <a16:creationId xmlns:a16="http://schemas.microsoft.com/office/drawing/2014/main" id="{6581313A-337A-144F-87BE-5E5FD4C18B4C}"/>
              </a:ext>
            </a:extLst>
          </p:cNvPr>
          <p:cNvGrpSpPr/>
          <p:nvPr/>
        </p:nvGrpSpPr>
        <p:grpSpPr>
          <a:xfrm>
            <a:off x="6207490" y="4141627"/>
            <a:ext cx="273224" cy="273224"/>
            <a:chOff x="7946413" y="283348"/>
            <a:chExt cx="553891" cy="553891"/>
          </a:xfrm>
        </p:grpSpPr>
        <p:sp>
          <p:nvSpPr>
            <p:cNvPr id="25" name="Oval 24">
              <a:extLst>
                <a:ext uri="{FF2B5EF4-FFF2-40B4-BE49-F238E27FC236}">
                  <a16:creationId xmlns:a16="http://schemas.microsoft.com/office/drawing/2014/main" id="{FD583229-BECA-6640-9DA9-C31AE71CEAE2}"/>
                </a:ext>
              </a:extLst>
            </p:cNvPr>
            <p:cNvSpPr/>
            <p:nvPr/>
          </p:nvSpPr>
          <p:spPr>
            <a:xfrm>
              <a:off x="7946413" y="283348"/>
              <a:ext cx="553891" cy="553891"/>
            </a:xfrm>
            <a:prstGeom prst="ellipse">
              <a:avLst/>
            </a:prstGeom>
            <a:solidFill>
              <a:schemeClr val="bg1"/>
            </a:solid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R" sz="3359"/>
            </a:p>
          </p:txBody>
        </p:sp>
        <p:sp>
          <p:nvSpPr>
            <p:cNvPr id="26" name="check 3" title="Icon of a checkmark with a circle around it">
              <a:extLst>
                <a:ext uri="{FF2B5EF4-FFF2-40B4-BE49-F238E27FC236}">
                  <a16:creationId xmlns:a16="http://schemas.microsoft.com/office/drawing/2014/main" id="{BE4182E7-FF2D-8D47-9A5E-52C6333C6E05}"/>
                </a:ext>
              </a:extLst>
            </p:cNvPr>
            <p:cNvSpPr>
              <a:spLocks noChangeAspect="1" noEditPoints="1"/>
            </p:cNvSpPr>
            <p:nvPr/>
          </p:nvSpPr>
          <p:spPr bwMode="auto">
            <a:xfrm>
              <a:off x="7946413" y="284953"/>
              <a:ext cx="553891" cy="55068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2700" cap="sq">
              <a:solidFill>
                <a:schemeClr val="accent5"/>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18312" tIns="59156" rIns="118312" bIns="59156" numCol="1" anchor="t" anchorCtr="0" compatLnSpc="1">
              <a:prstTxWarp prst="textNoShape">
                <a:avLst/>
              </a:prstTxWarp>
            </a:bodyPr>
            <a:lstStyle/>
            <a:p>
              <a:endParaRPr lang="en-US" sz="3359"/>
            </a:p>
          </p:txBody>
        </p:sp>
      </p:grpSp>
      <p:grpSp>
        <p:nvGrpSpPr>
          <p:cNvPr id="31" name="Group 30">
            <a:extLst>
              <a:ext uri="{FF2B5EF4-FFF2-40B4-BE49-F238E27FC236}">
                <a16:creationId xmlns:a16="http://schemas.microsoft.com/office/drawing/2014/main" id="{8E77E597-3E49-0744-AF76-A34EE5556B63}"/>
              </a:ext>
            </a:extLst>
          </p:cNvPr>
          <p:cNvGrpSpPr/>
          <p:nvPr/>
        </p:nvGrpSpPr>
        <p:grpSpPr>
          <a:xfrm>
            <a:off x="6207490" y="6021366"/>
            <a:ext cx="273224" cy="273224"/>
            <a:chOff x="7946413" y="283348"/>
            <a:chExt cx="553891" cy="553891"/>
          </a:xfrm>
        </p:grpSpPr>
        <p:sp>
          <p:nvSpPr>
            <p:cNvPr id="33" name="Oval 32">
              <a:extLst>
                <a:ext uri="{FF2B5EF4-FFF2-40B4-BE49-F238E27FC236}">
                  <a16:creationId xmlns:a16="http://schemas.microsoft.com/office/drawing/2014/main" id="{335C409F-596D-D247-B8A6-2D7FBD9CC969}"/>
                </a:ext>
              </a:extLst>
            </p:cNvPr>
            <p:cNvSpPr/>
            <p:nvPr/>
          </p:nvSpPr>
          <p:spPr>
            <a:xfrm>
              <a:off x="7946413" y="283348"/>
              <a:ext cx="553891" cy="553891"/>
            </a:xfrm>
            <a:prstGeom prst="ellipse">
              <a:avLst/>
            </a:prstGeom>
            <a:solidFill>
              <a:schemeClr val="bg1"/>
            </a:solid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R" sz="3359"/>
            </a:p>
          </p:txBody>
        </p:sp>
        <p:sp>
          <p:nvSpPr>
            <p:cNvPr id="34" name="check 3" title="Icon of a checkmark with a circle around it">
              <a:extLst>
                <a:ext uri="{FF2B5EF4-FFF2-40B4-BE49-F238E27FC236}">
                  <a16:creationId xmlns:a16="http://schemas.microsoft.com/office/drawing/2014/main" id="{7A8D7592-9FC2-0443-BADE-78C4883024E1}"/>
                </a:ext>
              </a:extLst>
            </p:cNvPr>
            <p:cNvSpPr>
              <a:spLocks noChangeAspect="1" noEditPoints="1"/>
            </p:cNvSpPr>
            <p:nvPr/>
          </p:nvSpPr>
          <p:spPr bwMode="auto">
            <a:xfrm>
              <a:off x="7946413" y="284953"/>
              <a:ext cx="553891" cy="55068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2700" cap="sq">
              <a:solidFill>
                <a:schemeClr val="accent5"/>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18312" tIns="59156" rIns="118312" bIns="59156" numCol="1" anchor="t" anchorCtr="0" compatLnSpc="1">
              <a:prstTxWarp prst="textNoShape">
                <a:avLst/>
              </a:prstTxWarp>
            </a:bodyPr>
            <a:lstStyle/>
            <a:p>
              <a:endParaRPr lang="en-US" sz="3359"/>
            </a:p>
          </p:txBody>
        </p:sp>
      </p:grpSp>
      <p:sp>
        <p:nvSpPr>
          <p:cNvPr id="3" name="Footer Placeholder 42">
            <a:extLst>
              <a:ext uri="{FF2B5EF4-FFF2-40B4-BE49-F238E27FC236}">
                <a16:creationId xmlns:a16="http://schemas.microsoft.com/office/drawing/2014/main" id="{4A2EB975-4DD1-48F3-9298-0B239AB28AD8}"/>
              </a:ext>
            </a:extLst>
          </p:cNvPr>
          <p:cNvSpPr txBox="1">
            <a:spLocks/>
          </p:cNvSpPr>
          <p:nvPr/>
        </p:nvSpPr>
        <p:spPr>
          <a:xfrm>
            <a:off x="463096" y="11716658"/>
            <a:ext cx="9126050" cy="927381"/>
          </a:xfrm>
          <a:prstGeom prst="rect">
            <a:avLst/>
          </a:prstGeom>
        </p:spPr>
        <p:txBody>
          <a:bodyPr vert="horz" wrap="square" lIns="118312" tIns="59156" rIns="118312" bIns="59156" rtlCol="0" anchor="ctr">
            <a:spAutoFit/>
          </a:bodyPr>
          <a:lstStyle>
            <a:defPPr>
              <a:defRPr lang="en-US"/>
            </a:defPPr>
            <a:lvl1pPr marL="0" algn="ctr" defTabSz="1018824" rtl="0" eaLnBrk="1" latinLnBrk="0" hangingPunct="1">
              <a:defRPr sz="1000" b="0" i="0" kern="1200">
                <a:solidFill>
                  <a:schemeClr val="tx1">
                    <a:tint val="75000"/>
                  </a:schemeClr>
                </a:solidFill>
                <a:latin typeface="Arial" pitchFamily="2" charset="77"/>
                <a:ea typeface="+mn-ea"/>
                <a:cs typeface="+mn-cs"/>
              </a:defRPr>
            </a:lvl1pPr>
            <a:lvl2pPr marL="509412" algn="l" defTabSz="1018824" rtl="0" eaLnBrk="1" latinLnBrk="0" hangingPunct="1">
              <a:defRPr sz="2006" kern="1200">
                <a:solidFill>
                  <a:schemeClr val="tx1"/>
                </a:solidFill>
                <a:latin typeface="+mn-lt"/>
                <a:ea typeface="+mn-ea"/>
                <a:cs typeface="+mn-cs"/>
              </a:defRPr>
            </a:lvl2pPr>
            <a:lvl3pPr marL="1018824" algn="l" defTabSz="1018824" rtl="0" eaLnBrk="1" latinLnBrk="0" hangingPunct="1">
              <a:defRPr sz="2006" kern="1200">
                <a:solidFill>
                  <a:schemeClr val="tx1"/>
                </a:solidFill>
                <a:latin typeface="+mn-lt"/>
                <a:ea typeface="+mn-ea"/>
                <a:cs typeface="+mn-cs"/>
              </a:defRPr>
            </a:lvl3pPr>
            <a:lvl4pPr marL="1528237" algn="l" defTabSz="1018824" rtl="0" eaLnBrk="1" latinLnBrk="0" hangingPunct="1">
              <a:defRPr sz="2006" kern="1200">
                <a:solidFill>
                  <a:schemeClr val="tx1"/>
                </a:solidFill>
                <a:latin typeface="+mn-lt"/>
                <a:ea typeface="+mn-ea"/>
                <a:cs typeface="+mn-cs"/>
              </a:defRPr>
            </a:lvl4pPr>
            <a:lvl5pPr marL="2037649" algn="l" defTabSz="1018824" rtl="0" eaLnBrk="1" latinLnBrk="0" hangingPunct="1">
              <a:defRPr sz="2006" kern="1200">
                <a:solidFill>
                  <a:schemeClr val="tx1"/>
                </a:solidFill>
                <a:latin typeface="+mn-lt"/>
                <a:ea typeface="+mn-ea"/>
                <a:cs typeface="+mn-cs"/>
              </a:defRPr>
            </a:lvl5pPr>
            <a:lvl6pPr marL="2547061" algn="l" defTabSz="1018824" rtl="0" eaLnBrk="1" latinLnBrk="0" hangingPunct="1">
              <a:defRPr sz="2006" kern="1200">
                <a:solidFill>
                  <a:schemeClr val="tx1"/>
                </a:solidFill>
                <a:latin typeface="+mn-lt"/>
                <a:ea typeface="+mn-ea"/>
                <a:cs typeface="+mn-cs"/>
              </a:defRPr>
            </a:lvl6pPr>
            <a:lvl7pPr marL="3056473" algn="l" defTabSz="1018824" rtl="0" eaLnBrk="1" latinLnBrk="0" hangingPunct="1">
              <a:defRPr sz="2006" kern="1200">
                <a:solidFill>
                  <a:schemeClr val="tx1"/>
                </a:solidFill>
                <a:latin typeface="+mn-lt"/>
                <a:ea typeface="+mn-ea"/>
                <a:cs typeface="+mn-cs"/>
              </a:defRPr>
            </a:lvl7pPr>
            <a:lvl8pPr marL="3565886" algn="l" defTabSz="1018824" rtl="0" eaLnBrk="1" latinLnBrk="0" hangingPunct="1">
              <a:defRPr sz="2006" kern="1200">
                <a:solidFill>
                  <a:schemeClr val="tx1"/>
                </a:solidFill>
                <a:latin typeface="+mn-lt"/>
                <a:ea typeface="+mn-ea"/>
                <a:cs typeface="+mn-cs"/>
              </a:defRPr>
            </a:lvl8pPr>
            <a:lvl9pPr marL="4075298" algn="l" defTabSz="1018824" rtl="0" eaLnBrk="1" latinLnBrk="0" hangingPunct="1">
              <a:defRPr sz="2006" kern="1200">
                <a:solidFill>
                  <a:schemeClr val="tx1"/>
                </a:solidFill>
                <a:latin typeface="+mn-lt"/>
                <a:ea typeface="+mn-ea"/>
                <a:cs typeface="+mn-cs"/>
              </a:defRPr>
            </a:lvl9pPr>
          </a:lstStyle>
          <a:p>
            <a:pPr algn="l">
              <a:lnSpc>
                <a:spcPts val="2070"/>
              </a:lnSpc>
            </a:pPr>
            <a:r>
              <a:rPr lang="en-US" sz="1300" b="1" dirty="0" err="1">
                <a:solidFill>
                  <a:schemeClr val="accent2"/>
                </a:solidFill>
                <a:latin typeface="Segoe UI Semibold" panose="020B0502040204020203" pitchFamily="34" charset="0"/>
                <a:cs typeface="Segoe UI Semibold" panose="020B0502040204020203" pitchFamily="34" charset="0"/>
              </a:rPr>
              <a:t>ConfigCobra</a:t>
            </a:r>
            <a:br>
              <a:rPr lang="en-US" sz="1300" dirty="0">
                <a:solidFill>
                  <a:srgbClr val="303D48"/>
                </a:solidFill>
                <a:latin typeface="Segoe UI"/>
                <a:cs typeface="Segoe UI"/>
              </a:rPr>
            </a:br>
            <a:r>
              <a:rPr lang="en-US" sz="1300" dirty="0">
                <a:solidFill>
                  <a:schemeClr val="accent3"/>
                </a:solidFill>
                <a:latin typeface="Segoe UI"/>
                <a:cs typeface="Segoe UI"/>
                <a:hlinkClick r:id="rId13"/>
              </a:rPr>
              <a:t>configcobra.com  </a:t>
            </a:r>
            <a:r>
              <a:rPr lang="en-US" sz="1300" dirty="0">
                <a:solidFill>
                  <a:schemeClr val="accent3"/>
                </a:solidFill>
                <a:latin typeface="Segoe UI"/>
                <a:cs typeface="Segoe UI"/>
              </a:rPr>
              <a:t>|  info@configcobra.com</a:t>
            </a:r>
            <a:endParaRPr lang="en-US" sz="1300" dirty="0">
              <a:solidFill>
                <a:schemeClr val="accent3"/>
              </a:solidFill>
              <a:latin typeface="Segoe UI" panose="020B0502040204020203" pitchFamily="34" charset="0"/>
              <a:cs typeface="Segoe UI" panose="020B0502040204020203" pitchFamily="34" charset="0"/>
            </a:endParaRPr>
          </a:p>
          <a:p>
            <a:pPr algn="l">
              <a:lnSpc>
                <a:spcPts val="2070"/>
              </a:lnSpc>
            </a:pPr>
            <a:r>
              <a:rPr lang="en-US" sz="1300" u="sng" dirty="0">
                <a:solidFill>
                  <a:schemeClr val="accent3"/>
                </a:solidFill>
                <a:latin typeface="Segoe UI"/>
                <a:cs typeface="Segoe UI"/>
                <a:hlinkClick r:id="rId14"/>
              </a:rPr>
              <a:t>See our offer on the Microsoft Commercial Marketplace</a:t>
            </a:r>
            <a:endParaRPr lang="en-US" sz="1300" u="sng" dirty="0">
              <a:solidFill>
                <a:schemeClr val="accent3"/>
              </a:solidFill>
              <a:latin typeface="Segoe UI"/>
              <a:cs typeface="Segoe UI"/>
            </a:endParaRPr>
          </a:p>
        </p:txBody>
      </p:sp>
    </p:spTree>
    <p:extLst>
      <p:ext uri="{BB962C8B-B14F-4D97-AF65-F5344CB8AC3E}">
        <p14:creationId xmlns:p14="http://schemas.microsoft.com/office/powerpoint/2010/main" val="2537066789"/>
      </p:ext>
    </p:extLst>
  </p:cSld>
  <p:clrMapOvr>
    <a:masterClrMapping/>
  </p:clrMapOvr>
</p:sld>
</file>

<file path=ppt/theme/theme1.xml><?xml version="1.0" encoding="utf-8"?>
<a:theme xmlns:a="http://schemas.openxmlformats.org/drawingml/2006/main" name="Office Theme">
  <a:themeElements>
    <a:clrScheme name="Custom 2">
      <a:dk1>
        <a:srgbClr val="44546A"/>
      </a:dk1>
      <a:lt1>
        <a:srgbClr val="FFFFFF"/>
      </a:lt1>
      <a:dk2>
        <a:srgbClr val="44546A"/>
      </a:dk2>
      <a:lt2>
        <a:srgbClr val="FFFFFF"/>
      </a:lt2>
      <a:accent1>
        <a:srgbClr val="0DB7C7"/>
      </a:accent1>
      <a:accent2>
        <a:srgbClr val="44546A"/>
      </a:accent2>
      <a:accent3>
        <a:srgbClr val="303D48"/>
      </a:accent3>
      <a:accent4>
        <a:srgbClr val="000000"/>
      </a:accent4>
      <a:accent5>
        <a:srgbClr val="505050"/>
      </a:accent5>
      <a:accent6>
        <a:srgbClr val="FFFFFF"/>
      </a:accent6>
      <a:hlink>
        <a:srgbClr val="303D48"/>
      </a:hlink>
      <a:folHlink>
        <a:srgbClr val="303D48"/>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Category xmlns="6004cae4-eee9-418b-9208-f6942056d00a" xsi:nil="true"/>
    <lcf76f155ced4ddcb4097134ff3c332f xmlns="6004cae4-eee9-418b-9208-f6942056d00a">
      <Terms xmlns="http://schemas.microsoft.com/office/infopath/2007/PartnerControls"/>
    </lcf76f155ced4ddcb4097134ff3c332f>
    <TaxCatchAll xmlns="230e9df3-be65-4c73-a93b-d1236ebd677e" xsi:nil="true"/>
    <_ip_UnifiedCompliancePolicyUIAction xmlns="http://schemas.microsoft.com/sharepoint/v3" xsi:nil="true"/>
    <_ip_UnifiedCompliancePolicyProperties xmlns="http://schemas.microsoft.com/sharepoint/v3" xsi:nil="true"/>
    <SharedWithUsers xmlns="c3186358-1d40-4d07-a51c-fc7f57eac3ac">
      <UserInfo>
        <DisplayName/>
        <AccountId xsi:nil="true"/>
        <AccountType/>
      </UserInfo>
    </SharedWithUsers>
    <MediaLengthInSeconds xmlns="6004cae4-eee9-418b-9208-f6942056d00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031CAB440C938458ECE75226290DBE8" ma:contentTypeVersion="18" ma:contentTypeDescription="Create a new document." ma:contentTypeScope="" ma:versionID="e6de5a358a781bfe5e4971ffbe245fa3">
  <xsd:schema xmlns:xsd="http://www.w3.org/2001/XMLSchema" xmlns:xs="http://www.w3.org/2001/XMLSchema" xmlns:p="http://schemas.microsoft.com/office/2006/metadata/properties" xmlns:ns1="http://schemas.microsoft.com/sharepoint/v3" xmlns:ns2="6004cae4-eee9-418b-9208-f6942056d00a" xmlns:ns3="c3186358-1d40-4d07-a51c-fc7f57eac3ac" xmlns:ns4="230e9df3-be65-4c73-a93b-d1236ebd677e" targetNamespace="http://schemas.microsoft.com/office/2006/metadata/properties" ma:root="true" ma:fieldsID="fd4adc35586625c3394d6391bb4b92b2" ns1:_="" ns2:_="" ns3:_="" ns4:_="">
    <xsd:import namespace="http://schemas.microsoft.com/sharepoint/v3"/>
    <xsd:import namespace="6004cae4-eee9-418b-9208-f6942056d00a"/>
    <xsd:import namespace="c3186358-1d40-4d07-a51c-fc7f57eac3ac"/>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AutoKeyPoints" minOccurs="0"/>
                <xsd:element ref="ns2:MediaServiceKeyPoints" minOccurs="0"/>
                <xsd:element ref="ns2:Category" minOccurs="0"/>
                <xsd:element ref="ns2:MediaLengthInSeconds" minOccurs="0"/>
                <xsd:element ref="ns2:lcf76f155ced4ddcb4097134ff3c332f" minOccurs="0"/>
                <xsd:element ref="ns4:TaxCatchAll"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004cae4-eee9-418b-9208-f6942056d0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Category" ma:index="18" nillable="true" ma:displayName="Category" ma:format="Dropdown" ma:internalName="Category">
      <xsd:simpleType>
        <xsd:restriction base="dms:Text">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3186358-1d40-4d07-a51c-fc7f57eac3a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b476a64b-e7d3-4122-81ce-7036208fb507}" ma:internalName="TaxCatchAll" ma:showField="CatchAllData" ma:web="c3186358-1d40-4d07-a51c-fc7f57eac3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2413775-34E8-4CFE-A0F9-ED66D3F951B6}">
  <ds:schemaRefs>
    <ds:schemaRef ds:uri="http://www.w3.org/XML/1998/namespace"/>
    <ds:schemaRef ds:uri="http://purl.org/dc/dcmitype/"/>
    <ds:schemaRef ds:uri="http://purl.org/dc/elements/1.1/"/>
    <ds:schemaRef ds:uri="http://purl.org/dc/terms/"/>
    <ds:schemaRef ds:uri="c3186358-1d40-4d07-a51c-fc7f57eac3ac"/>
    <ds:schemaRef ds:uri="http://schemas.microsoft.com/office/2006/metadata/properties"/>
    <ds:schemaRef ds:uri="6004cae4-eee9-418b-9208-f6942056d00a"/>
    <ds:schemaRef ds:uri="http://schemas.microsoft.com/office/2006/documentManagement/types"/>
    <ds:schemaRef ds:uri="http://schemas.microsoft.com/office/infopath/2007/PartnerControls"/>
    <ds:schemaRef ds:uri="http://schemas.openxmlformats.org/package/2006/metadata/core-properties"/>
    <ds:schemaRef ds:uri="230e9df3-be65-4c73-a93b-d1236ebd677e"/>
    <ds:schemaRef ds:uri="http://schemas.microsoft.com/sharepoint/v3"/>
  </ds:schemaRefs>
</ds:datastoreItem>
</file>

<file path=customXml/itemProps2.xml><?xml version="1.0" encoding="utf-8"?>
<ds:datastoreItem xmlns:ds="http://schemas.openxmlformats.org/officeDocument/2006/customXml" ds:itemID="{D99699D8-BCB3-44BE-ABA0-9D6F069897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004cae4-eee9-418b-9208-f6942056d00a"/>
    <ds:schemaRef ds:uri="c3186358-1d40-4d07-a51c-fc7f57eac3ac"/>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5FDC5F5-3665-49CA-850E-D0A094065CF0}">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17</TotalTime>
  <Words>470</Words>
  <Application>Microsoft Office PowerPoint</Application>
  <PresentationFormat>Custom</PresentationFormat>
  <Paragraphs>26</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Calibri</vt:lpstr>
      <vt:lpstr>Calibri Light</vt:lpstr>
      <vt:lpstr>Segoe UI</vt:lpstr>
      <vt:lpstr>Segoe UI Semibold</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Jocelyn Ewert (Bookey Consulting)</dc:creator>
  <cp:lastModifiedBy>Énok Gábor</cp:lastModifiedBy>
  <cp:revision>5</cp:revision>
  <cp:lastPrinted>2019-06-14T16:26:52Z</cp:lastPrinted>
  <dcterms:created xsi:type="dcterms:W3CDTF">2013-03-25T02:44:56Z</dcterms:created>
  <dcterms:modified xsi:type="dcterms:W3CDTF">2026-01-20T11:36:39Z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0x010100B031CAB440C938458ECE75226290DBE8</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v-jbeach@microsoft.com</vt:lpwstr>
  </property>
  <property fmtid="{D5CDD505-2E9C-101B-9397-08002B2CF9AE}" pid="6" name="MSIP_Label_f42aa342-8706-4288-bd11-ebb85995028c_SetDate">
    <vt:lpwstr>2019-01-08T21:12:17.2235781Z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MediaServiceImageTags">
    <vt:lpwstr/>
  </property>
  <property fmtid="{D5CDD505-2E9C-101B-9397-08002B2CF9AE}" pid="12" name="Order">
    <vt:r8>751300</vt:r8>
  </property>
  <property fmtid="{D5CDD505-2E9C-101B-9397-08002B2CF9AE}" pid="13" name="xd_Signature">
    <vt:bool>false</vt:bool>
  </property>
  <property fmtid="{D5CDD505-2E9C-101B-9397-08002B2CF9AE}" pid="14" name="xd_ProgID">
    <vt:lpwstr/>
  </property>
  <property fmtid="{D5CDD505-2E9C-101B-9397-08002B2CF9AE}" pid="15" name="_SourceUrl">
    <vt:lpwstr/>
  </property>
  <property fmtid="{D5CDD505-2E9C-101B-9397-08002B2CF9AE}" pid="16" name="_SharedFileIndex">
    <vt:lpwstr/>
  </property>
  <property fmtid="{D5CDD505-2E9C-101B-9397-08002B2CF9AE}" pid="17" name="ComplianceAssetId">
    <vt:lpwstr/>
  </property>
  <property fmtid="{D5CDD505-2E9C-101B-9397-08002B2CF9AE}" pid="18" name="TemplateUrl">
    <vt:lpwstr/>
  </property>
  <property fmtid="{D5CDD505-2E9C-101B-9397-08002B2CF9AE}" pid="19" name="_ExtendedDescription">
    <vt:lpwstr/>
  </property>
  <property fmtid="{D5CDD505-2E9C-101B-9397-08002B2CF9AE}" pid="20" name="TriggerFlowInfo">
    <vt:lpwstr/>
  </property>
</Properties>
</file>